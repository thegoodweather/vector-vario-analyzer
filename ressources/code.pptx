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278820" y="365480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5330137" cy="5793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’] 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4095</TotalTime>
  <Words>630</Words>
  <Application>Microsoft Office PowerPoint</Application>
  <PresentationFormat>Grand écran</PresentationFormat>
  <Paragraphs>135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42</cp:revision>
  <dcterms:created xsi:type="dcterms:W3CDTF">2026-01-17T14:03:15Z</dcterms:created>
  <dcterms:modified xsi:type="dcterms:W3CDTF">2026-03-25T22:09:32Z</dcterms:modified>
</cp:coreProperties>
</file>