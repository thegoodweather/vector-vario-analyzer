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43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49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99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00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8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05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40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89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43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22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65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B1B7A-19D7-47DD-996A-6E83BE59A4F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8B8E2-A97D-4F9C-930F-05D34F336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51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3236" y="415636"/>
            <a:ext cx="2743200" cy="58466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325091" y="415636"/>
            <a:ext cx="8132618" cy="58466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à coins arrondis 5"/>
          <p:cNvSpPr/>
          <p:nvPr/>
        </p:nvSpPr>
        <p:spPr>
          <a:xfrm>
            <a:off x="3777202" y="637226"/>
            <a:ext cx="1884218" cy="8392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Select file </a:t>
            </a:r>
            <a:r>
              <a:rPr lang="fr-FR" dirty="0" err="1" smtClean="0"/>
              <a:t>path</a:t>
            </a:r>
            <a:r>
              <a:rPr lang="fr-FR" dirty="0" smtClean="0"/>
              <a:t> and copy to </a:t>
            </a:r>
            <a:r>
              <a:rPr lang="fr-FR" dirty="0" err="1" smtClean="0"/>
              <a:t>flights</a:t>
            </a:r>
            <a:r>
              <a:rPr lang="fr-FR" dirty="0" smtClean="0"/>
              <a:t> </a:t>
            </a:r>
            <a:r>
              <a:rPr lang="fr-FR" dirty="0" err="1" smtClean="0"/>
              <a:t>dir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583519" y="588817"/>
            <a:ext cx="1773382" cy="5541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new file </a:t>
            </a:r>
            <a:r>
              <a:rPr lang="fr-FR" dirty="0" err="1" smtClean="0">
                <a:solidFill>
                  <a:schemeClr val="tx1"/>
                </a:solidFill>
              </a:rPr>
              <a:t>path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3814262" y="2033244"/>
            <a:ext cx="2410691" cy="4849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create</a:t>
            </a:r>
            <a:r>
              <a:rPr lang="fr-FR" dirty="0" smtClean="0"/>
              <a:t> </a:t>
            </a:r>
            <a:r>
              <a:rPr lang="fr-FR" dirty="0" err="1" smtClean="0"/>
              <a:t>vva</a:t>
            </a:r>
            <a:r>
              <a:rPr lang="fr-FR" dirty="0" smtClean="0"/>
              <a:t> file </a:t>
            </a:r>
            <a:r>
              <a:rPr lang="fr-FR" dirty="0" err="1" smtClean="0"/>
              <a:t>from</a:t>
            </a:r>
            <a:r>
              <a:rPr lang="fr-FR" dirty="0" smtClean="0"/>
              <a:t> csv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583519" y="4630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Variables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548392" y="23153"/>
            <a:ext cx="109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Fonctions</a:t>
            </a:r>
            <a:endParaRPr lang="fr-FR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7245927" y="658091"/>
            <a:ext cx="1884218" cy="4849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Scan </a:t>
            </a:r>
            <a:r>
              <a:rPr lang="fr-FR" dirty="0" err="1" smtClean="0"/>
              <a:t>flights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flight </a:t>
            </a:r>
            <a:r>
              <a:rPr lang="fr-FR" dirty="0" err="1" smtClean="0"/>
              <a:t>dir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3837708" y="3616700"/>
            <a:ext cx="2064327" cy="8167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Fetch</a:t>
            </a:r>
            <a:r>
              <a:rPr lang="fr-FR" dirty="0" smtClean="0"/>
              <a:t> </a:t>
            </a:r>
            <a:r>
              <a:rPr lang="fr-FR" dirty="0" err="1" smtClean="0"/>
              <a:t>metadata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vva</a:t>
            </a:r>
            <a:r>
              <a:rPr lang="fr-FR" dirty="0" smtClean="0"/>
              <a:t> files in flight </a:t>
            </a:r>
            <a:r>
              <a:rPr lang="fr-FR" dirty="0" err="1" smtClean="0"/>
              <a:t>dir</a:t>
            </a:r>
            <a:endParaRPr lang="fr-FR" dirty="0"/>
          </a:p>
        </p:txBody>
      </p:sp>
      <p:sp>
        <p:nvSpPr>
          <p:cNvPr id="22" name="Rectangle 21"/>
          <p:cNvSpPr/>
          <p:nvPr/>
        </p:nvSpPr>
        <p:spPr>
          <a:xfrm>
            <a:off x="371423" y="3212300"/>
            <a:ext cx="2556374" cy="20584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vva_flight_dic</a:t>
            </a:r>
            <a:r>
              <a:rPr lang="fr-FR" dirty="0" smtClean="0">
                <a:solidFill>
                  <a:schemeClr val="tx1"/>
                </a:solidFill>
              </a:rPr>
              <a:t>: </a:t>
            </a:r>
            <a:endParaRPr lang="fr-FR" dirty="0" smtClean="0">
              <a:solidFill>
                <a:schemeClr val="tx1"/>
              </a:solidFill>
            </a:endParaRPr>
          </a:p>
          <a:p>
            <a:pPr algn="ctr"/>
            <a:r>
              <a:rPr lang="fr-FR" dirty="0">
                <a:solidFill>
                  <a:schemeClr val="tx1"/>
                </a:solidFill>
              </a:rPr>
              <a:t>	</a:t>
            </a:r>
            <a:r>
              <a:rPr lang="fr-FR" dirty="0" err="1" smtClean="0">
                <a:solidFill>
                  <a:schemeClr val="tx1"/>
                </a:solidFill>
              </a:rPr>
              <a:t>Metadata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	</a:t>
            </a:r>
            <a:r>
              <a:rPr lang="fr-FR" dirty="0" err="1" smtClean="0">
                <a:solidFill>
                  <a:schemeClr val="tx1"/>
                </a:solidFill>
              </a:rPr>
              <a:t>Filetype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origin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	</a:t>
            </a:r>
            <a:r>
              <a:rPr lang="fr-FR" dirty="0" smtClean="0">
                <a:solidFill>
                  <a:schemeClr val="tx1"/>
                </a:solidFill>
              </a:rPr>
              <a:t>File </a:t>
            </a:r>
            <a:r>
              <a:rPr lang="fr-FR" dirty="0" err="1" smtClean="0">
                <a:solidFill>
                  <a:schemeClr val="tx1"/>
                </a:solidFill>
              </a:rPr>
              <a:t>path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	</a:t>
            </a:r>
            <a:r>
              <a:rPr lang="fr-FR" dirty="0" smtClean="0">
                <a:solidFill>
                  <a:schemeClr val="tx1"/>
                </a:solidFill>
              </a:rPr>
              <a:t>File </a:t>
            </a:r>
            <a:r>
              <a:rPr lang="fr-FR" dirty="0" err="1" smtClean="0">
                <a:solidFill>
                  <a:schemeClr val="tx1"/>
                </a:solidFill>
              </a:rPr>
              <a:t>path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dirty="0" err="1" smtClean="0">
                <a:solidFill>
                  <a:schemeClr val="tx1"/>
                </a:solidFill>
              </a:rPr>
              <a:t>origin</a:t>
            </a:r>
            <a:endParaRPr lang="fr-FR" dirty="0" smtClean="0">
              <a:solidFill>
                <a:schemeClr val="tx1"/>
              </a:solidFill>
            </a:endParaRP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Is active ?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Data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3816927" y="4539438"/>
            <a:ext cx="1884218" cy="4849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Update table</a:t>
            </a:r>
            <a:endParaRPr lang="fr-FR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3837709" y="5324985"/>
            <a:ext cx="1884218" cy="4849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Delete</a:t>
            </a:r>
            <a:r>
              <a:rPr lang="fr-FR" dirty="0" smtClean="0"/>
              <a:t> entries</a:t>
            </a:r>
            <a:endParaRPr lang="fr-FR" dirty="0"/>
          </a:p>
        </p:txBody>
      </p:sp>
      <p:sp>
        <p:nvSpPr>
          <p:cNvPr id="25" name="Rectangle à coins arrondis 24"/>
          <p:cNvSpPr/>
          <p:nvPr/>
        </p:nvSpPr>
        <p:spPr>
          <a:xfrm>
            <a:off x="7508243" y="3654777"/>
            <a:ext cx="2343257" cy="11734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Load</a:t>
            </a:r>
            <a:r>
              <a:rPr lang="fr-FR" dirty="0" smtClean="0"/>
              <a:t> </a:t>
            </a:r>
            <a:r>
              <a:rPr lang="fr-FR" dirty="0" err="1" smtClean="0"/>
              <a:t>flights</a:t>
            </a:r>
            <a:r>
              <a:rPr lang="fr-FR" dirty="0" smtClean="0"/>
              <a:t> for </a:t>
            </a:r>
            <a:r>
              <a:rPr lang="fr-FR" dirty="0" err="1" smtClean="0"/>
              <a:t>analysis</a:t>
            </a:r>
            <a:r>
              <a:rPr lang="fr-FR" dirty="0" smtClean="0"/>
              <a:t>: </a:t>
            </a:r>
            <a:r>
              <a:rPr lang="fr-FR" dirty="0" err="1" smtClean="0"/>
              <a:t>fetch</a:t>
            </a:r>
            <a:r>
              <a:rPr lang="fr-FR" dirty="0" smtClean="0"/>
              <a:t> data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corresponding</a:t>
            </a:r>
            <a:r>
              <a:rPr lang="fr-FR" dirty="0" smtClean="0"/>
              <a:t> csv or </a:t>
            </a:r>
            <a:r>
              <a:rPr lang="fr-FR" dirty="0" err="1" smtClean="0"/>
              <a:t>igc</a:t>
            </a:r>
            <a:endParaRPr lang="fr-FR" dirty="0"/>
          </a:p>
        </p:txBody>
      </p:sp>
      <p:sp>
        <p:nvSpPr>
          <p:cNvPr id="28" name="Rectangle à coins arrondis 27"/>
          <p:cNvSpPr/>
          <p:nvPr/>
        </p:nvSpPr>
        <p:spPr>
          <a:xfrm>
            <a:off x="6742900" y="2033240"/>
            <a:ext cx="2410691" cy="4849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create</a:t>
            </a:r>
            <a:r>
              <a:rPr lang="fr-FR" dirty="0" smtClean="0"/>
              <a:t> </a:t>
            </a:r>
            <a:r>
              <a:rPr lang="fr-FR" dirty="0" err="1" smtClean="0"/>
              <a:t>vva</a:t>
            </a:r>
            <a:r>
              <a:rPr lang="fr-FR" dirty="0" smtClean="0"/>
              <a:t> file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igc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52098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70</Words>
  <Application>Microsoft Office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Félix Aubourg</dc:creator>
  <cp:lastModifiedBy>Félix Aubourg</cp:lastModifiedBy>
  <cp:revision>13</cp:revision>
  <dcterms:created xsi:type="dcterms:W3CDTF">2026-01-17T14:03:15Z</dcterms:created>
  <dcterms:modified xsi:type="dcterms:W3CDTF">2026-01-18T09:47:47Z</dcterms:modified>
</cp:coreProperties>
</file>