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Select file </a:t>
            </a:r>
            <a:r>
              <a:rPr lang="fr-FR" dirty="0" err="1"/>
              <a:t>path</a:t>
            </a:r>
            <a:r>
              <a:rPr lang="fr-FR" dirty="0"/>
              <a:t> and copy to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new 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csv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Variables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Fonctions</a:t>
            </a:r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flight </a:t>
            </a:r>
            <a:r>
              <a:rPr lang="fr-FR" dirty="0" err="1"/>
              <a:t>dir</a:t>
            </a:r>
            <a:r>
              <a:rPr lang="fr-FR" dirty="0"/>
              <a:t> </a:t>
            </a:r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&amp; </a:t>
            </a:r>
            <a:r>
              <a:rPr lang="fr-FR" dirty="0" err="1"/>
              <a:t>Fetch</a:t>
            </a:r>
            <a:r>
              <a:rPr lang="fr-FR" dirty="0"/>
              <a:t> </a:t>
            </a:r>
            <a:r>
              <a:rPr lang="fr-FR" dirty="0" err="1"/>
              <a:t>metadata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vva_flight_dic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Filetype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Data </a:t>
            </a: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Update table</a:t>
            </a:r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Delete</a:t>
            </a:r>
            <a:r>
              <a:rPr lang="fr-FR" dirty="0"/>
              <a:t> entries</a:t>
            </a:r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flights</a:t>
            </a:r>
            <a:r>
              <a:rPr lang="fr-FR" dirty="0"/>
              <a:t> for </a:t>
            </a:r>
            <a:r>
              <a:rPr lang="fr-FR" dirty="0" err="1"/>
              <a:t>analysis</a:t>
            </a:r>
            <a:r>
              <a:rPr lang="fr-FR" dirty="0"/>
              <a:t>: </a:t>
            </a:r>
            <a:r>
              <a:rPr lang="fr-FR" dirty="0" err="1"/>
              <a:t>fetch</a:t>
            </a:r>
            <a:r>
              <a:rPr lang="fr-FR" dirty="0"/>
              <a:t> data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corresponding</a:t>
            </a:r>
            <a:r>
              <a:rPr lang="fr-FR" dirty="0"/>
              <a:t> csv or </a:t>
            </a:r>
            <a:r>
              <a:rPr lang="fr-FR" dirty="0" err="1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278820" y="365480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/>
          <p:cNvSpPr/>
          <p:nvPr/>
        </p:nvSpPr>
        <p:spPr>
          <a:xfrm>
            <a:off x="371423" y="784968"/>
            <a:ext cx="2556374" cy="44857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469734" y="595745"/>
            <a:ext cx="5330137" cy="54245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Metadata</a:t>
            </a:r>
            <a:endParaRPr lang="fr-FR" sz="1200" b="1" dirty="0"/>
          </a:p>
          <a:p>
            <a:r>
              <a:rPr lang="fr-FR" sz="1200" dirty="0"/>
              <a:t>	"</a:t>
            </a:r>
            <a:r>
              <a:rPr lang="fr-FR" sz="1200" dirty="0" err="1"/>
              <a:t>vv_vva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vv_sn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vv_hw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vv_fw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calib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"pilot" : ,</a:t>
            </a:r>
          </a:p>
          <a:p>
            <a:pPr lvl="2"/>
            <a:r>
              <a:rPr lang="fr-FR" sz="1200" dirty="0"/>
              <a:t>"date"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hour</a:t>
            </a:r>
            <a:r>
              <a:rPr lang="fr-FR" sz="1200" dirty="0"/>
              <a:t>" : 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altitude_max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altitude_min</a:t>
            </a:r>
            <a:r>
              <a:rPr lang="fr-FR" sz="1200" dirty="0"/>
              <a:t>" :,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altitude_start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avg_windspeed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avg_winddir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"comment" : </a:t>
            </a:r>
          </a:p>
          <a:p>
            <a:pPr lvl="2"/>
            <a:endParaRPr lang="fr-FR" sz="1050" dirty="0"/>
          </a:p>
          <a:p>
            <a:r>
              <a:rPr lang="fr-FR" sz="1200" b="1" dirty="0"/>
              <a:t>	</a:t>
            </a:r>
          </a:p>
          <a:p>
            <a:r>
              <a:rPr lang="fr-FR" sz="1200" b="1" dirty="0" err="1"/>
              <a:t>file_path</a:t>
            </a:r>
            <a:endParaRPr lang="fr-FR" sz="1200" b="1" dirty="0"/>
          </a:p>
          <a:p>
            <a:r>
              <a:rPr lang="fr-FR" sz="1200" b="1" dirty="0" err="1"/>
              <a:t>file_name</a:t>
            </a:r>
            <a:endParaRPr lang="fr-FR" sz="1200" b="1" dirty="0"/>
          </a:p>
          <a:p>
            <a:r>
              <a:rPr lang="fr-FR" sz="1200" b="1" dirty="0" err="1"/>
              <a:t>origin_file_path</a:t>
            </a:r>
            <a:endParaRPr lang="fr-FR" sz="1200" b="1" dirty="0"/>
          </a:p>
          <a:p>
            <a:r>
              <a:rPr lang="fr-FR" sz="1200" b="1" dirty="0" err="1"/>
              <a:t>is_data_processed</a:t>
            </a:r>
            <a:r>
              <a:rPr lang="fr-FR" sz="1200" b="1" dirty="0"/>
              <a:t>  </a:t>
            </a:r>
          </a:p>
          <a:p>
            <a:r>
              <a:rPr lang="fr-FR" sz="1200" b="1" dirty="0"/>
              <a:t>plot:</a:t>
            </a:r>
            <a:r>
              <a:rPr lang="fr-FR" sz="1200" dirty="0"/>
              <a:t>                « variables_1D" : </a:t>
            </a:r>
          </a:p>
          <a:p>
            <a:r>
              <a:rPr lang="fr-FR" sz="1200" dirty="0"/>
              <a:t>	«windbarbs_2D" :,</a:t>
            </a:r>
          </a:p>
          <a:p>
            <a:pPr lvl="2"/>
            <a:r>
              <a:rPr lang="fr-FR" sz="1200" dirty="0"/>
              <a:t>"variables_2D" : </a:t>
            </a:r>
          </a:p>
          <a:p>
            <a:pPr lvl="2"/>
            <a:r>
              <a:rPr lang="fr-FR" sz="1200" dirty="0"/>
              <a:t>«polar »: [‘roi’ , ‘</a:t>
            </a:r>
            <a:r>
              <a:rPr lang="fr-FR" sz="1200" dirty="0" err="1"/>
              <a:t>ias_avg</a:t>
            </a:r>
            <a:r>
              <a:rPr lang="fr-FR" sz="1200" dirty="0"/>
              <a:t>’ ‘</a:t>
            </a:r>
            <a:r>
              <a:rPr lang="fr-FR" sz="1200" dirty="0" err="1"/>
              <a:t>vx_avg</a:t>
            </a:r>
            <a:r>
              <a:rPr lang="fr-FR" sz="1200" dirty="0"/>
              <a:t>’ ‘</a:t>
            </a:r>
            <a:r>
              <a:rPr lang="fr-FR" sz="1200" dirty="0" err="1"/>
              <a:t>vz_avg</a:t>
            </a:r>
            <a:r>
              <a:rPr lang="fr-FR" sz="1200" dirty="0"/>
              <a:t>’ ‘</a:t>
            </a:r>
            <a:r>
              <a:rPr lang="fr-FR" sz="1200" dirty="0" err="1"/>
              <a:t>glide_avg</a:t>
            </a:r>
            <a:r>
              <a:rPr lang="fr-FR" sz="1200" dirty="0"/>
              <a:t>’] liste de liste 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plot_color</a:t>
            </a:r>
            <a:r>
              <a:rPr lang="fr-FR" sz="1200" dirty="0"/>
              <a:t> »: </a:t>
            </a:r>
            <a:r>
              <a:rPr lang="fr-FR" sz="1200" dirty="0" err="1"/>
              <a:t>str</a:t>
            </a:r>
            <a:r>
              <a:rPr lang="fr-FR" sz="1200" dirty="0"/>
              <a:t> None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crosshair_v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crosshair_h</a:t>
            </a:r>
            <a:r>
              <a:rPr lang="fr-FR" sz="1200"/>
              <a:t> »</a:t>
            </a:r>
            <a:endParaRPr lang="fr-FR" sz="1200" dirty="0"/>
          </a:p>
          <a:p>
            <a:r>
              <a:rPr lang="fr-FR" sz="1200" b="1" dirty="0"/>
              <a:t>	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3D92BFA-7DD1-7524-619E-0D30E94BC3A0}"/>
              </a:ext>
            </a:extLst>
          </p:cNvPr>
          <p:cNvSpPr txBox="1"/>
          <p:nvPr/>
        </p:nvSpPr>
        <p:spPr>
          <a:xfrm>
            <a:off x="8091949" y="581890"/>
            <a:ext cx="2904962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/>
              <a:t>data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GNSS_time</a:t>
            </a:r>
            <a:r>
              <a:rPr lang="fr-FR" sz="1100" dirty="0"/>
              <a:t>"][i]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GNSS_lon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GNSS_speed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QNS_alt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compass_head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flight["data"]["pitch"][i],</a:t>
            </a:r>
          </a:p>
          <a:p>
            <a:r>
              <a:rPr lang="fr-FR" sz="1100" dirty="0"/>
              <a:t>                        flight["data"]["roll"][i],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G_force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flight["data"]["DP"][i],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T_sensor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P_stat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air_RH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wind_origin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wind_vel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netto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flight["data"]["IAS"][i],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AirW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flight["data"]["LCL"][i],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AirTheta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AirRho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VarioIAS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flight["data"]["TAS"][i],</a:t>
            </a:r>
          </a:p>
        </p:txBody>
      </p:sp>
    </p:spTree>
    <p:extLst>
      <p:ext uri="{BB962C8B-B14F-4D97-AF65-F5344CB8AC3E}">
        <p14:creationId xmlns:p14="http://schemas.microsoft.com/office/powerpoint/2010/main" val="3726120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9091" y="803564"/>
            <a:ext cx="2770909" cy="55279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433454" y="803563"/>
            <a:ext cx="2770909" cy="55279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8105197" y="782780"/>
            <a:ext cx="2770909" cy="55279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063715" y="157230"/>
            <a:ext cx="787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IGC+</a:t>
            </a:r>
          </a:p>
          <a:p>
            <a:r>
              <a:rPr lang="fr-FR" dirty="0" err="1"/>
              <a:t>igc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5334288" y="227778"/>
            <a:ext cx="969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LOGPRO</a:t>
            </a:r>
          </a:p>
          <a:p>
            <a:r>
              <a:rPr lang="fr-FR" dirty="0"/>
              <a:t>csv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8739652" y="413448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ADDITIONAL</a:t>
            </a:r>
          </a:p>
        </p:txBody>
      </p:sp>
      <p:graphicFrame>
        <p:nvGraphicFramePr>
          <p:cNvPr id="10" name="Tableau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50398"/>
              </p:ext>
            </p:extLst>
          </p:nvPr>
        </p:nvGraphicFramePr>
        <p:xfrm>
          <a:off x="1111215" y="874109"/>
          <a:ext cx="952500" cy="387096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1233900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161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342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033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232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2961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09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492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Netto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029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63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1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7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713635"/>
                  </a:ext>
                </a:extLst>
              </a:tr>
            </a:tbl>
          </a:graphicData>
        </a:graphic>
      </p:graphicFrame>
      <p:graphicFrame>
        <p:nvGraphicFramePr>
          <p:cNvPr id="11" name="Tableau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915352"/>
              </p:ext>
            </p:extLst>
          </p:nvPr>
        </p:nvGraphicFramePr>
        <p:xfrm>
          <a:off x="4591665" y="874109"/>
          <a:ext cx="802878" cy="4752198"/>
        </p:xfrm>
        <a:graphic>
          <a:graphicData uri="http://schemas.openxmlformats.org/drawingml/2006/table">
            <a:tbl>
              <a:tblPr/>
              <a:tblGrid>
                <a:gridCol w="802878">
                  <a:extLst>
                    <a:ext uri="{9D8B030D-6E8A-4147-A177-3AD203B41FA5}">
                      <a16:colId xmlns:a16="http://schemas.microsoft.com/office/drawing/2014/main" val="2977931163"/>
                    </a:ext>
                  </a:extLst>
                </a:gridCol>
              </a:tblGrid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27899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sz="12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5518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5343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7605568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Speed_GPS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31713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Heading_GPS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63836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DP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7127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T_sensor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383366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A0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9346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A1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0366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29983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79934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76670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6401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939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Pstat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82792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Vario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884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73476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68969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9580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041243"/>
                  </a:ext>
                </a:extLst>
              </a:tr>
            </a:tbl>
          </a:graphicData>
        </a:graphic>
      </p:graphicFrame>
      <p:graphicFrame>
        <p:nvGraphicFramePr>
          <p:cNvPr id="12" name="Tableau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552"/>
              </p:ext>
            </p:extLst>
          </p:nvPr>
        </p:nvGraphicFramePr>
        <p:xfrm>
          <a:off x="8186860" y="925944"/>
          <a:ext cx="1200150" cy="2463800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682108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08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709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1565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AirW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0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AirTd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33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LCL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09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AirTheta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1792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389034"/>
                  </a:ext>
                </a:extLst>
              </a:tr>
            </a:tbl>
          </a:graphicData>
        </a:graphic>
      </p:graphicFrame>
      <p:graphicFrame>
        <p:nvGraphicFramePr>
          <p:cNvPr id="13" name="Tableau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047217"/>
              </p:ext>
            </p:extLst>
          </p:nvPr>
        </p:nvGraphicFramePr>
        <p:xfrm>
          <a:off x="9667007" y="925944"/>
          <a:ext cx="1200150" cy="2297316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282372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354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777904"/>
                  </a:ext>
                </a:extLst>
              </a:tr>
              <a:tr h="35272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21649"/>
                  </a:ext>
                </a:extLst>
              </a:tr>
              <a:tr h="44598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VarioIAS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91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942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80594"/>
                  </a:ext>
                </a:extLst>
              </a:tr>
            </a:tbl>
          </a:graphicData>
        </a:graphic>
      </p:graphicFrame>
      <p:graphicFrame>
        <p:nvGraphicFramePr>
          <p:cNvPr id="14" name="Tableau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02466"/>
              </p:ext>
            </p:extLst>
          </p:nvPr>
        </p:nvGraphicFramePr>
        <p:xfrm>
          <a:off x="2135839" y="925944"/>
          <a:ext cx="1046163" cy="990600"/>
        </p:xfrm>
        <a:graphic>
          <a:graphicData uri="http://schemas.openxmlformats.org/drawingml/2006/table">
            <a:tbl>
              <a:tblPr/>
              <a:tblGrid>
                <a:gridCol w="1046163">
                  <a:extLst>
                    <a:ext uri="{9D8B030D-6E8A-4147-A177-3AD203B41FA5}">
                      <a16:colId xmlns:a16="http://schemas.microsoft.com/office/drawing/2014/main" val="590288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33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60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5430977"/>
                  </a:ext>
                </a:extLst>
              </a:tr>
            </a:tbl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5470997" y="5321507"/>
            <a:ext cx="232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IAS</a:t>
            </a:r>
            <a:br>
              <a:rPr lang="fr-FR" dirty="0"/>
            </a:br>
            <a:r>
              <a:rPr lang="fr-FR" dirty="0"/>
              <a:t>Netto -&gt; </a:t>
            </a:r>
            <a:r>
              <a:rPr lang="fr-FR" sz="1200" dirty="0">
                <a:solidFill>
                  <a:srgbClr val="FF0000"/>
                </a:solidFill>
              </a:rPr>
              <a:t>Nan</a:t>
            </a:r>
          </a:p>
          <a:p>
            <a:r>
              <a:rPr lang="fr-FR" dirty="0"/>
              <a:t>Alt -&gt; Nan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2291161" y="4023111"/>
            <a:ext cx="159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PSTAT</a:t>
            </a:r>
            <a:br>
              <a:rPr lang="fr-FR" dirty="0"/>
            </a:br>
            <a:r>
              <a:rPr lang="fr-FR" dirty="0"/>
              <a:t>VARIO</a:t>
            </a:r>
          </a:p>
          <a:p>
            <a:r>
              <a:rPr lang="fr-FR" dirty="0" err="1"/>
              <a:t>Heading</a:t>
            </a:r>
            <a:r>
              <a:rPr lang="fr-FR" dirty="0"/>
              <a:t> </a:t>
            </a:r>
            <a:r>
              <a:rPr lang="fr-FR" dirty="0" err="1"/>
              <a:t>gps</a:t>
            </a:r>
            <a:endParaRPr lang="fr-FR" dirty="0"/>
          </a:p>
          <a:p>
            <a:r>
              <a:rPr lang="fr-FR" dirty="0" err="1"/>
              <a:t>Speed_gps</a:t>
            </a:r>
            <a:br>
              <a:rPr lang="fr-FR" dirty="0"/>
            </a:br>
            <a:br>
              <a:rPr lang="fr-FR" dirty="0"/>
            </a:br>
            <a:endParaRPr lang="fr-FR" dirty="0"/>
          </a:p>
          <a:p>
            <a:r>
              <a:rPr lang="fr-FR" dirty="0"/>
              <a:t>DP Nan</a:t>
            </a:r>
          </a:p>
        </p:txBody>
      </p:sp>
    </p:spTree>
    <p:extLst>
      <p:ext uri="{BB962C8B-B14F-4D97-AF65-F5344CB8AC3E}">
        <p14:creationId xmlns:p14="http://schemas.microsoft.com/office/powerpoint/2010/main" val="2892422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3780</TotalTime>
  <Words>623</Words>
  <Application>Microsoft Office PowerPoint</Application>
  <PresentationFormat>Grand écran</PresentationFormat>
  <Paragraphs>134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Félisme</cp:lastModifiedBy>
  <cp:revision>41</cp:revision>
  <dcterms:created xsi:type="dcterms:W3CDTF">2026-01-17T14:03:15Z</dcterms:created>
  <dcterms:modified xsi:type="dcterms:W3CDTF">2026-03-24T14:44:14Z</dcterms:modified>
</cp:coreProperties>
</file>