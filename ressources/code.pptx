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278820" y="365480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5330137" cy="5793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"variables_2D" : 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‘</a:t>
            </a:r>
            <a:r>
              <a:rPr lang="fr-FR" sz="1200" dirty="0" err="1"/>
              <a:t>scatter</a:t>
            </a:r>
            <a:r>
              <a:rPr lang="fr-FR" sz="1200" dirty="0"/>
              <a:t>’] 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4219</TotalTime>
  <Words>633</Words>
  <Application>Microsoft Office PowerPoint</Application>
  <PresentationFormat>Grand écran</PresentationFormat>
  <Paragraphs>135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43</cp:revision>
  <dcterms:created xsi:type="dcterms:W3CDTF">2026-01-17T14:03:15Z</dcterms:created>
  <dcterms:modified xsi:type="dcterms:W3CDTF">2026-03-28T10:14:19Z</dcterms:modified>
</cp:coreProperties>
</file>