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75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Modifier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9435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064993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189915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70006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03287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9058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24087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24895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Modifier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3143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0220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9657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Modifier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B1B7A-19D7-47DD-996A-6E83BE59A4F5}" type="datetimeFigureOut">
              <a:rPr lang="fr-FR" smtClean="0"/>
              <a:t>24/01/2026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68B8E2-A97D-4F9C-930F-05D34F336D7B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8513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63236" y="415636"/>
            <a:ext cx="2743200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5" name="Rectangle 4"/>
          <p:cNvSpPr/>
          <p:nvPr/>
        </p:nvSpPr>
        <p:spPr>
          <a:xfrm>
            <a:off x="3325091" y="415636"/>
            <a:ext cx="8132618" cy="5846619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Rectangle à coins arrondis 5"/>
          <p:cNvSpPr/>
          <p:nvPr/>
        </p:nvSpPr>
        <p:spPr>
          <a:xfrm>
            <a:off x="3777202" y="637226"/>
            <a:ext cx="1884218" cy="83929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Select file </a:t>
            </a:r>
            <a:r>
              <a:rPr lang="fr-FR" dirty="0" err="1" smtClean="0"/>
              <a:t>path</a:t>
            </a:r>
            <a:r>
              <a:rPr lang="fr-FR" dirty="0" smtClean="0"/>
              <a:t> and copy to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dir</a:t>
            </a:r>
            <a:endParaRPr lang="fr-FR" dirty="0"/>
          </a:p>
        </p:txBody>
      </p:sp>
      <p:sp>
        <p:nvSpPr>
          <p:cNvPr id="8" name="Rectangle 7"/>
          <p:cNvSpPr/>
          <p:nvPr/>
        </p:nvSpPr>
        <p:spPr>
          <a:xfrm>
            <a:off x="583519" y="588817"/>
            <a:ext cx="1773382" cy="55418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>
                <a:solidFill>
                  <a:schemeClr val="tx1"/>
                </a:solidFill>
              </a:rPr>
              <a:t>new 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9" name="Rectangle à coins arrondis 8"/>
          <p:cNvSpPr/>
          <p:nvPr/>
        </p:nvSpPr>
        <p:spPr>
          <a:xfrm>
            <a:off x="3814262" y="2033244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csv</a:t>
            </a:r>
            <a:endParaRPr lang="fr-FR" dirty="0"/>
          </a:p>
        </p:txBody>
      </p:sp>
      <p:sp>
        <p:nvSpPr>
          <p:cNvPr id="10" name="ZoneTexte 9"/>
          <p:cNvSpPr txBox="1"/>
          <p:nvPr/>
        </p:nvSpPr>
        <p:spPr>
          <a:xfrm>
            <a:off x="583519" y="46304"/>
            <a:ext cx="1037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Variables</a:t>
            </a:r>
            <a:endParaRPr lang="fr-FR" dirty="0"/>
          </a:p>
        </p:txBody>
      </p:sp>
      <p:sp>
        <p:nvSpPr>
          <p:cNvPr id="11" name="ZoneTexte 10"/>
          <p:cNvSpPr txBox="1"/>
          <p:nvPr/>
        </p:nvSpPr>
        <p:spPr>
          <a:xfrm>
            <a:off x="3548392" y="23153"/>
            <a:ext cx="10920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 smtClean="0"/>
              <a:t>Fonctions</a:t>
            </a:r>
            <a:endParaRPr lang="fr-FR" dirty="0"/>
          </a:p>
        </p:txBody>
      </p:sp>
      <p:sp>
        <p:nvSpPr>
          <p:cNvPr id="14" name="Rectangle à coins arrondis 13"/>
          <p:cNvSpPr/>
          <p:nvPr/>
        </p:nvSpPr>
        <p:spPr>
          <a:xfrm>
            <a:off x="7245927" y="658091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Scan </a:t>
            </a:r>
            <a:r>
              <a:rPr lang="fr-FR" dirty="0" err="1" smtClean="0"/>
              <a:t>flights</a:t>
            </a:r>
            <a:r>
              <a:rPr lang="fr-FR" dirty="0" smtClean="0"/>
              <a:t> </a:t>
            </a:r>
            <a:r>
              <a:rPr lang="fr-FR" dirty="0" err="1" smtClean="0"/>
              <a:t>inside</a:t>
            </a:r>
            <a:r>
              <a:rPr lang="fr-FR" dirty="0" smtClean="0"/>
              <a:t> flight </a:t>
            </a:r>
            <a:r>
              <a:rPr lang="fr-FR" dirty="0" err="1" smtClean="0"/>
              <a:t>dir</a:t>
            </a:r>
            <a:r>
              <a:rPr lang="fr-FR" dirty="0" smtClean="0"/>
              <a:t> </a:t>
            </a:r>
            <a:endParaRPr lang="fr-FR" dirty="0"/>
          </a:p>
        </p:txBody>
      </p:sp>
      <p:sp>
        <p:nvSpPr>
          <p:cNvPr id="21" name="Rectangle à coins arrondis 20"/>
          <p:cNvSpPr/>
          <p:nvPr/>
        </p:nvSpPr>
        <p:spPr>
          <a:xfrm>
            <a:off x="3687147" y="3944211"/>
            <a:ext cx="2064327" cy="81251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Scan </a:t>
            </a:r>
            <a:r>
              <a:rPr lang="fr-FR" dirty="0" smtClean="0"/>
              <a:t>&amp; </a:t>
            </a:r>
            <a:r>
              <a:rPr lang="fr-FR" dirty="0" err="1" smtClean="0"/>
              <a:t>Fetch</a:t>
            </a:r>
            <a:r>
              <a:rPr lang="fr-FR" dirty="0" smtClean="0"/>
              <a:t> </a:t>
            </a:r>
            <a:r>
              <a:rPr lang="fr-FR" dirty="0" err="1" smtClean="0"/>
              <a:t>metadata</a:t>
            </a:r>
            <a:r>
              <a:rPr lang="fr-FR" dirty="0" smtClean="0"/>
              <a:t>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</a:t>
            </a:r>
            <a:r>
              <a:rPr lang="fr-FR" dirty="0" smtClean="0"/>
              <a:t>files</a:t>
            </a:r>
            <a:endParaRPr lang="fr-FR" dirty="0"/>
          </a:p>
        </p:txBody>
      </p:sp>
      <p:sp>
        <p:nvSpPr>
          <p:cNvPr id="22" name="Rectangle 21"/>
          <p:cNvSpPr/>
          <p:nvPr/>
        </p:nvSpPr>
        <p:spPr>
          <a:xfrm>
            <a:off x="371423" y="3212300"/>
            <a:ext cx="2556374" cy="205840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>
                <a:solidFill>
                  <a:schemeClr val="tx1"/>
                </a:solidFill>
              </a:rPr>
              <a:t>vva_flight_dic</a:t>
            </a:r>
            <a:r>
              <a:rPr lang="fr-FR" dirty="0" smtClean="0">
                <a:solidFill>
                  <a:schemeClr val="tx1"/>
                </a:solidFill>
              </a:rPr>
              <a:t>: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Metadata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</a:t>
            </a:r>
            <a:r>
              <a:rPr lang="fr-FR" dirty="0" err="1" smtClean="0">
                <a:solidFill>
                  <a:schemeClr val="tx1"/>
                </a:solidFill>
              </a:rPr>
              <a:t>Filetype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	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fr-FR" dirty="0">
                <a:solidFill>
                  <a:schemeClr val="tx1"/>
                </a:solidFill>
              </a:rPr>
              <a:t>	</a:t>
            </a:r>
            <a:r>
              <a:rPr lang="fr-FR" dirty="0" smtClean="0">
                <a:solidFill>
                  <a:schemeClr val="tx1"/>
                </a:solidFill>
              </a:rPr>
              <a:t>File </a:t>
            </a:r>
            <a:r>
              <a:rPr lang="fr-FR" dirty="0" err="1" smtClean="0">
                <a:solidFill>
                  <a:schemeClr val="tx1"/>
                </a:solidFill>
              </a:rPr>
              <a:t>path</a:t>
            </a:r>
            <a:r>
              <a:rPr lang="fr-FR" dirty="0" smtClean="0">
                <a:solidFill>
                  <a:schemeClr val="tx1"/>
                </a:solidFill>
              </a:rPr>
              <a:t> </a:t>
            </a:r>
            <a:r>
              <a:rPr lang="fr-FR" dirty="0" err="1" smtClean="0">
                <a:solidFill>
                  <a:schemeClr val="tx1"/>
                </a:solidFill>
              </a:rPr>
              <a:t>origin</a:t>
            </a:r>
            <a:endParaRPr lang="fr-FR" dirty="0" smtClean="0">
              <a:solidFill>
                <a:schemeClr val="tx1"/>
              </a:solidFill>
            </a:endParaRP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Is active ?</a:t>
            </a:r>
          </a:p>
          <a:p>
            <a:pPr algn="ctr"/>
            <a:r>
              <a:rPr lang="fr-FR" dirty="0" smtClean="0">
                <a:solidFill>
                  <a:schemeClr val="tx1"/>
                </a:solidFill>
              </a:rPr>
              <a:t>Data </a:t>
            </a:r>
            <a:endParaRPr lang="fr-FR" dirty="0">
              <a:solidFill>
                <a:schemeClr val="tx1"/>
              </a:solidFill>
            </a:endParaRPr>
          </a:p>
        </p:txBody>
      </p:sp>
      <p:sp>
        <p:nvSpPr>
          <p:cNvPr id="23" name="Rectangle à coins arrondis 22"/>
          <p:cNvSpPr/>
          <p:nvPr/>
        </p:nvSpPr>
        <p:spPr>
          <a:xfrm>
            <a:off x="3777202" y="5028248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smtClean="0"/>
              <a:t>Update table</a:t>
            </a:r>
            <a:endParaRPr lang="fr-FR" dirty="0"/>
          </a:p>
        </p:txBody>
      </p:sp>
      <p:sp>
        <p:nvSpPr>
          <p:cNvPr id="24" name="Rectangle à coins arrondis 23"/>
          <p:cNvSpPr/>
          <p:nvPr/>
        </p:nvSpPr>
        <p:spPr>
          <a:xfrm>
            <a:off x="3777202" y="5772839"/>
            <a:ext cx="1884218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Delete</a:t>
            </a:r>
            <a:r>
              <a:rPr lang="fr-FR" dirty="0" smtClean="0"/>
              <a:t> entries</a:t>
            </a:r>
            <a:endParaRPr lang="fr-FR" dirty="0"/>
          </a:p>
        </p:txBody>
      </p:sp>
      <p:sp>
        <p:nvSpPr>
          <p:cNvPr id="25" name="Rectangle à coins arrondis 24"/>
          <p:cNvSpPr/>
          <p:nvPr/>
        </p:nvSpPr>
        <p:spPr>
          <a:xfrm>
            <a:off x="7508243" y="3438353"/>
            <a:ext cx="2343257" cy="1173448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Load</a:t>
            </a:r>
            <a:r>
              <a:rPr lang="fr-FR" dirty="0" smtClean="0"/>
              <a:t> </a:t>
            </a:r>
            <a:r>
              <a:rPr lang="fr-FR" dirty="0" err="1" smtClean="0"/>
              <a:t>flights</a:t>
            </a:r>
            <a:r>
              <a:rPr lang="fr-FR" dirty="0" smtClean="0"/>
              <a:t> for </a:t>
            </a:r>
            <a:r>
              <a:rPr lang="fr-FR" dirty="0" err="1" smtClean="0"/>
              <a:t>analysis</a:t>
            </a:r>
            <a:r>
              <a:rPr lang="fr-FR" dirty="0" smtClean="0"/>
              <a:t>: </a:t>
            </a:r>
            <a:r>
              <a:rPr lang="fr-FR" dirty="0" err="1" smtClean="0"/>
              <a:t>fetch</a:t>
            </a:r>
            <a:r>
              <a:rPr lang="fr-FR" dirty="0" smtClean="0"/>
              <a:t> data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corresponding</a:t>
            </a:r>
            <a:r>
              <a:rPr lang="fr-FR" dirty="0" smtClean="0"/>
              <a:t> csv or </a:t>
            </a:r>
            <a:r>
              <a:rPr lang="fr-FR" dirty="0" err="1" smtClean="0"/>
              <a:t>igc</a:t>
            </a:r>
            <a:endParaRPr lang="fr-FR" dirty="0"/>
          </a:p>
        </p:txBody>
      </p:sp>
      <p:sp>
        <p:nvSpPr>
          <p:cNvPr id="28" name="Rectangle à coins arrondis 27"/>
          <p:cNvSpPr/>
          <p:nvPr/>
        </p:nvSpPr>
        <p:spPr>
          <a:xfrm>
            <a:off x="6742900" y="2033240"/>
            <a:ext cx="2410691" cy="484909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 err="1" smtClean="0"/>
              <a:t>create</a:t>
            </a:r>
            <a:r>
              <a:rPr lang="fr-FR" dirty="0" smtClean="0"/>
              <a:t> </a:t>
            </a:r>
            <a:r>
              <a:rPr lang="fr-FR" dirty="0" err="1" smtClean="0"/>
              <a:t>vva</a:t>
            </a:r>
            <a:r>
              <a:rPr lang="fr-FR" dirty="0" smtClean="0"/>
              <a:t> file </a:t>
            </a:r>
            <a:r>
              <a:rPr lang="fr-FR" dirty="0" err="1" smtClean="0"/>
              <a:t>from</a:t>
            </a:r>
            <a:r>
              <a:rPr lang="fr-FR" dirty="0" smtClean="0"/>
              <a:t> </a:t>
            </a:r>
            <a:r>
              <a:rPr lang="fr-FR" dirty="0" err="1" smtClean="0"/>
              <a:t>igc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925209844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732</TotalTime>
  <Words>69</Words>
  <Application>Microsoft Office PowerPoint</Application>
  <PresentationFormat>Grand écran</PresentationFormat>
  <Paragraphs>18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Félix Aubourg</dc:creator>
  <cp:lastModifiedBy>Félix Aubourg</cp:lastModifiedBy>
  <cp:revision>17</cp:revision>
  <dcterms:created xsi:type="dcterms:W3CDTF">2026-01-17T14:03:15Z</dcterms:created>
  <dcterms:modified xsi:type="dcterms:W3CDTF">2026-01-24T06:48:36Z</dcterms:modified>
</cp:coreProperties>
</file>