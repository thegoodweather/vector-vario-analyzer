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Select file </a:t>
            </a:r>
            <a:r>
              <a:rPr lang="fr-FR" dirty="0" err="1" smtClean="0"/>
              <a:t>path</a:t>
            </a:r>
            <a:r>
              <a:rPr lang="fr-FR" dirty="0" smtClean="0"/>
              <a:t> and copy to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new 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csv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Variables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Fonctions</a:t>
            </a:r>
            <a:endParaRPr lang="fr-FR" dirty="0"/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inside</a:t>
            </a:r>
            <a:r>
              <a:rPr lang="fr-FR" dirty="0" smtClean="0"/>
              <a:t> flight </a:t>
            </a:r>
            <a:r>
              <a:rPr lang="fr-FR" dirty="0" err="1" smtClean="0"/>
              <a:t>dir</a:t>
            </a:r>
            <a:r>
              <a:rPr lang="fr-FR" dirty="0" smtClean="0"/>
              <a:t> </a:t>
            </a:r>
            <a:endParaRPr lang="fr-FR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3837708" y="3616700"/>
            <a:ext cx="2064327" cy="8167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Fetch</a:t>
            </a:r>
            <a:r>
              <a:rPr lang="fr-FR" dirty="0" smtClean="0"/>
              <a:t> </a:t>
            </a:r>
            <a:r>
              <a:rPr lang="fr-FR" dirty="0" err="1" smtClean="0"/>
              <a:t>metadata</a:t>
            </a:r>
            <a:r>
              <a:rPr lang="fr-FR" dirty="0" smtClean="0"/>
              <a:t>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files in flight </a:t>
            </a:r>
            <a:r>
              <a:rPr lang="fr-FR" dirty="0" err="1" smtClean="0"/>
              <a:t>dir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>
                <a:solidFill>
                  <a:schemeClr val="tx1"/>
                </a:solidFill>
              </a:rPr>
              <a:t>vva_flight_dic</a:t>
            </a:r>
            <a:r>
              <a:rPr lang="fr-FR" dirty="0" smtClean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Filetype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smtClean="0">
                <a:solidFill>
                  <a:schemeClr val="tx1"/>
                </a:solidFill>
              </a:rPr>
              <a:t>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 smtClean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Data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3" name="Rectangle à coins arrondis 22"/>
          <p:cNvSpPr/>
          <p:nvPr/>
        </p:nvSpPr>
        <p:spPr>
          <a:xfrm>
            <a:off x="3816927" y="453943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Update table</a:t>
            </a:r>
            <a:endParaRPr lang="fr-FR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3837709" y="5324985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Delete</a:t>
            </a:r>
            <a:r>
              <a:rPr lang="fr-FR" dirty="0" smtClean="0"/>
              <a:t> entries</a:t>
            </a:r>
            <a:endParaRPr lang="fr-FR" dirty="0"/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Load</a:t>
            </a:r>
            <a:r>
              <a:rPr lang="fr-FR" dirty="0" smtClean="0"/>
              <a:t> </a:t>
            </a:r>
            <a:r>
              <a:rPr lang="fr-FR" dirty="0" err="1" smtClean="0"/>
              <a:t>flights</a:t>
            </a:r>
            <a:r>
              <a:rPr lang="fr-FR" dirty="0" smtClean="0"/>
              <a:t> for </a:t>
            </a:r>
            <a:r>
              <a:rPr lang="fr-FR" dirty="0" err="1" smtClean="0"/>
              <a:t>analysis</a:t>
            </a:r>
            <a:r>
              <a:rPr lang="fr-FR" dirty="0" smtClean="0"/>
              <a:t>: </a:t>
            </a:r>
            <a:r>
              <a:rPr lang="fr-FR" dirty="0" err="1" smtClean="0"/>
              <a:t>fetch</a:t>
            </a:r>
            <a:r>
              <a:rPr lang="fr-FR" dirty="0" smtClean="0"/>
              <a:t> data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corresponding</a:t>
            </a:r>
            <a:r>
              <a:rPr lang="fr-FR" dirty="0" smtClean="0"/>
              <a:t> csv or </a:t>
            </a:r>
            <a:r>
              <a:rPr lang="fr-FR" dirty="0" err="1" smtClean="0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70</Words>
  <Application>Microsoft Office PowerPoint</Application>
  <PresentationFormat>Grand écran</PresentationFormat>
  <Paragraphs>18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Félix Aubourg</cp:lastModifiedBy>
  <cp:revision>15</cp:revision>
  <dcterms:created xsi:type="dcterms:W3CDTF">2026-01-17T14:03:15Z</dcterms:created>
  <dcterms:modified xsi:type="dcterms:W3CDTF">2026-01-19T14:34:22Z</dcterms:modified>
</cp:coreProperties>
</file>