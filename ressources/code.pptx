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Modifier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04/03/2026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94350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04/03/2026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64993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04/03/2026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89915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04/03/2026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0006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04/03/2026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32872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04/03/2026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90582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04/03/2026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624087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04/03/2026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24895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04/03/2026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314313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04/03/2026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0220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04/03/2026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09657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3B1B7A-19D7-47DD-996A-6E83BE59A4F5}" type="datetimeFigureOut">
              <a:rPr lang="fr-FR" smtClean="0"/>
              <a:t>04/03/2026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8513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63236" y="415636"/>
            <a:ext cx="2743200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Rectangle 4"/>
          <p:cNvSpPr/>
          <p:nvPr/>
        </p:nvSpPr>
        <p:spPr>
          <a:xfrm>
            <a:off x="3325091" y="415636"/>
            <a:ext cx="8132618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à coins arrondis 5"/>
          <p:cNvSpPr/>
          <p:nvPr/>
        </p:nvSpPr>
        <p:spPr>
          <a:xfrm>
            <a:off x="3777202" y="637226"/>
            <a:ext cx="1884218" cy="83929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Select file </a:t>
            </a:r>
            <a:r>
              <a:rPr lang="fr-FR" dirty="0" err="1"/>
              <a:t>path</a:t>
            </a:r>
            <a:r>
              <a:rPr lang="fr-FR" dirty="0"/>
              <a:t> and copy to </a:t>
            </a:r>
            <a:r>
              <a:rPr lang="fr-FR" dirty="0" err="1"/>
              <a:t>flights</a:t>
            </a:r>
            <a:r>
              <a:rPr lang="fr-FR" dirty="0"/>
              <a:t> </a:t>
            </a:r>
            <a:r>
              <a:rPr lang="fr-FR" dirty="0" err="1"/>
              <a:t>dir</a:t>
            </a:r>
            <a:endParaRPr lang="fr-FR" dirty="0"/>
          </a:p>
        </p:txBody>
      </p:sp>
      <p:sp>
        <p:nvSpPr>
          <p:cNvPr id="8" name="Rectangle 7"/>
          <p:cNvSpPr/>
          <p:nvPr/>
        </p:nvSpPr>
        <p:spPr>
          <a:xfrm>
            <a:off x="583519" y="588817"/>
            <a:ext cx="1773382" cy="55418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new file </a:t>
            </a:r>
            <a:r>
              <a:rPr lang="fr-FR" dirty="0" err="1">
                <a:solidFill>
                  <a:schemeClr val="tx1"/>
                </a:solidFill>
              </a:rPr>
              <a:t>path</a:t>
            </a: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9" name="Rectangle à coins arrondis 8"/>
          <p:cNvSpPr/>
          <p:nvPr/>
        </p:nvSpPr>
        <p:spPr>
          <a:xfrm>
            <a:off x="3814262" y="2033244"/>
            <a:ext cx="2410691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create</a:t>
            </a:r>
            <a:r>
              <a:rPr lang="fr-FR" dirty="0"/>
              <a:t> </a:t>
            </a:r>
            <a:r>
              <a:rPr lang="fr-FR" dirty="0" err="1"/>
              <a:t>vva</a:t>
            </a:r>
            <a:r>
              <a:rPr lang="fr-FR" dirty="0"/>
              <a:t> file </a:t>
            </a:r>
            <a:r>
              <a:rPr lang="fr-FR" dirty="0" err="1"/>
              <a:t>from</a:t>
            </a:r>
            <a:r>
              <a:rPr lang="fr-FR" dirty="0"/>
              <a:t> csv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583519" y="46304"/>
            <a:ext cx="10374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Variables</a:t>
            </a:r>
          </a:p>
        </p:txBody>
      </p:sp>
      <p:sp>
        <p:nvSpPr>
          <p:cNvPr id="11" name="ZoneTexte 10"/>
          <p:cNvSpPr txBox="1"/>
          <p:nvPr/>
        </p:nvSpPr>
        <p:spPr>
          <a:xfrm>
            <a:off x="3548392" y="23153"/>
            <a:ext cx="1092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Fonctions</a:t>
            </a:r>
          </a:p>
        </p:txBody>
      </p:sp>
      <p:sp>
        <p:nvSpPr>
          <p:cNvPr id="14" name="Rectangle à coins arrondis 13"/>
          <p:cNvSpPr/>
          <p:nvPr/>
        </p:nvSpPr>
        <p:spPr>
          <a:xfrm>
            <a:off x="7245927" y="658091"/>
            <a:ext cx="1884218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Scan </a:t>
            </a:r>
            <a:r>
              <a:rPr lang="fr-FR" dirty="0" err="1"/>
              <a:t>flights</a:t>
            </a:r>
            <a:r>
              <a:rPr lang="fr-FR" dirty="0"/>
              <a:t> </a:t>
            </a:r>
            <a:r>
              <a:rPr lang="fr-FR" dirty="0" err="1"/>
              <a:t>inside</a:t>
            </a:r>
            <a:r>
              <a:rPr lang="fr-FR" dirty="0"/>
              <a:t> flight </a:t>
            </a:r>
            <a:r>
              <a:rPr lang="fr-FR" dirty="0" err="1"/>
              <a:t>dir</a:t>
            </a:r>
            <a:r>
              <a:rPr lang="fr-FR" dirty="0"/>
              <a:t> </a:t>
            </a:r>
          </a:p>
        </p:txBody>
      </p:sp>
      <p:sp>
        <p:nvSpPr>
          <p:cNvPr id="21" name="Rectangle à coins arrondis 20"/>
          <p:cNvSpPr/>
          <p:nvPr/>
        </p:nvSpPr>
        <p:spPr>
          <a:xfrm>
            <a:off x="3687147" y="3944211"/>
            <a:ext cx="2064327" cy="81251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Scan &amp; </a:t>
            </a:r>
            <a:r>
              <a:rPr lang="fr-FR" dirty="0" err="1"/>
              <a:t>Fetch</a:t>
            </a:r>
            <a:r>
              <a:rPr lang="fr-FR" dirty="0"/>
              <a:t> </a:t>
            </a:r>
            <a:r>
              <a:rPr lang="fr-FR" dirty="0" err="1"/>
              <a:t>metadata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vva</a:t>
            </a:r>
            <a:r>
              <a:rPr lang="fr-FR" dirty="0"/>
              <a:t> files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1423" y="3212300"/>
            <a:ext cx="2556374" cy="205840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>
                <a:solidFill>
                  <a:schemeClr val="tx1"/>
                </a:solidFill>
              </a:rPr>
              <a:t>vva_flight_dic</a:t>
            </a:r>
            <a:r>
              <a:rPr lang="fr-FR" dirty="0">
                <a:solidFill>
                  <a:schemeClr val="tx1"/>
                </a:solidFill>
              </a:rPr>
              <a:t>: 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	</a:t>
            </a:r>
            <a:r>
              <a:rPr lang="fr-FR" dirty="0" err="1">
                <a:solidFill>
                  <a:schemeClr val="tx1"/>
                </a:solidFill>
              </a:rPr>
              <a:t>Metadata</a:t>
            </a:r>
            <a:endParaRPr lang="fr-FR" dirty="0">
              <a:solidFill>
                <a:schemeClr val="tx1"/>
              </a:solidFill>
            </a:endParaRPr>
          </a:p>
          <a:p>
            <a:pPr algn="ctr"/>
            <a:r>
              <a:rPr lang="fr-FR" dirty="0">
                <a:solidFill>
                  <a:schemeClr val="tx1"/>
                </a:solidFill>
              </a:rPr>
              <a:t>	</a:t>
            </a:r>
            <a:r>
              <a:rPr lang="fr-FR" dirty="0" err="1">
                <a:solidFill>
                  <a:schemeClr val="tx1"/>
                </a:solidFill>
              </a:rPr>
              <a:t>Filetype</a:t>
            </a:r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err="1">
                <a:solidFill>
                  <a:schemeClr val="tx1"/>
                </a:solidFill>
              </a:rPr>
              <a:t>origin</a:t>
            </a:r>
            <a:endParaRPr lang="fr-FR" dirty="0">
              <a:solidFill>
                <a:schemeClr val="tx1"/>
              </a:solidFill>
            </a:endParaRPr>
          </a:p>
          <a:p>
            <a:pPr algn="ctr"/>
            <a:r>
              <a:rPr lang="fr-FR" dirty="0">
                <a:solidFill>
                  <a:schemeClr val="tx1"/>
                </a:solidFill>
              </a:rPr>
              <a:t>	File </a:t>
            </a:r>
            <a:r>
              <a:rPr lang="fr-FR" dirty="0" err="1">
                <a:solidFill>
                  <a:schemeClr val="tx1"/>
                </a:solidFill>
              </a:rPr>
              <a:t>path</a:t>
            </a:r>
            <a:r>
              <a:rPr lang="fr-FR" dirty="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	File </a:t>
            </a:r>
            <a:r>
              <a:rPr lang="fr-FR" dirty="0" err="1">
                <a:solidFill>
                  <a:schemeClr val="tx1"/>
                </a:solidFill>
              </a:rPr>
              <a:t>path</a:t>
            </a:r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err="1">
                <a:solidFill>
                  <a:schemeClr val="tx1"/>
                </a:solidFill>
              </a:rPr>
              <a:t>origin</a:t>
            </a:r>
            <a:endParaRPr lang="fr-FR" dirty="0">
              <a:solidFill>
                <a:schemeClr val="tx1"/>
              </a:solidFill>
            </a:endParaRPr>
          </a:p>
          <a:p>
            <a:pPr algn="ctr"/>
            <a:r>
              <a:rPr lang="fr-FR" dirty="0">
                <a:solidFill>
                  <a:schemeClr val="tx1"/>
                </a:solidFill>
              </a:rPr>
              <a:t>Is active ?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Data </a:t>
            </a:r>
          </a:p>
        </p:txBody>
      </p:sp>
      <p:sp>
        <p:nvSpPr>
          <p:cNvPr id="23" name="Rectangle à coins arrondis 22"/>
          <p:cNvSpPr/>
          <p:nvPr/>
        </p:nvSpPr>
        <p:spPr>
          <a:xfrm>
            <a:off x="3777202" y="5028248"/>
            <a:ext cx="1884218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Update table</a:t>
            </a:r>
          </a:p>
        </p:txBody>
      </p:sp>
      <p:sp>
        <p:nvSpPr>
          <p:cNvPr id="24" name="Rectangle à coins arrondis 23"/>
          <p:cNvSpPr/>
          <p:nvPr/>
        </p:nvSpPr>
        <p:spPr>
          <a:xfrm>
            <a:off x="3777202" y="5772839"/>
            <a:ext cx="1884218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Delete</a:t>
            </a:r>
            <a:r>
              <a:rPr lang="fr-FR" dirty="0"/>
              <a:t> entries</a:t>
            </a:r>
          </a:p>
        </p:txBody>
      </p:sp>
      <p:sp>
        <p:nvSpPr>
          <p:cNvPr id="25" name="Rectangle à coins arrondis 24"/>
          <p:cNvSpPr/>
          <p:nvPr/>
        </p:nvSpPr>
        <p:spPr>
          <a:xfrm>
            <a:off x="7508243" y="3438353"/>
            <a:ext cx="2343257" cy="11734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Load</a:t>
            </a:r>
            <a:r>
              <a:rPr lang="fr-FR" dirty="0"/>
              <a:t> </a:t>
            </a:r>
            <a:r>
              <a:rPr lang="fr-FR" dirty="0" err="1"/>
              <a:t>flights</a:t>
            </a:r>
            <a:r>
              <a:rPr lang="fr-FR" dirty="0"/>
              <a:t> for </a:t>
            </a:r>
            <a:r>
              <a:rPr lang="fr-FR" dirty="0" err="1"/>
              <a:t>analysis</a:t>
            </a:r>
            <a:r>
              <a:rPr lang="fr-FR" dirty="0"/>
              <a:t>: </a:t>
            </a:r>
            <a:r>
              <a:rPr lang="fr-FR" dirty="0" err="1"/>
              <a:t>fetch</a:t>
            </a:r>
            <a:r>
              <a:rPr lang="fr-FR" dirty="0"/>
              <a:t> data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corresponding</a:t>
            </a:r>
            <a:r>
              <a:rPr lang="fr-FR" dirty="0"/>
              <a:t> csv or </a:t>
            </a:r>
            <a:r>
              <a:rPr lang="fr-FR" dirty="0" err="1"/>
              <a:t>igc</a:t>
            </a:r>
            <a:endParaRPr lang="fr-FR" dirty="0"/>
          </a:p>
        </p:txBody>
      </p:sp>
      <p:sp>
        <p:nvSpPr>
          <p:cNvPr id="28" name="Rectangle à coins arrondis 27"/>
          <p:cNvSpPr/>
          <p:nvPr/>
        </p:nvSpPr>
        <p:spPr>
          <a:xfrm>
            <a:off x="6742900" y="2033240"/>
            <a:ext cx="2410691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create</a:t>
            </a:r>
            <a:r>
              <a:rPr lang="fr-FR" dirty="0"/>
              <a:t> </a:t>
            </a:r>
            <a:r>
              <a:rPr lang="fr-FR" dirty="0" err="1"/>
              <a:t>vva</a:t>
            </a:r>
            <a:r>
              <a:rPr lang="fr-FR" dirty="0"/>
              <a:t> file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igc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25209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63236" y="415636"/>
            <a:ext cx="2743200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Rectangle 4"/>
          <p:cNvSpPr/>
          <p:nvPr/>
        </p:nvSpPr>
        <p:spPr>
          <a:xfrm>
            <a:off x="3325091" y="415636"/>
            <a:ext cx="8132618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/>
          <p:cNvSpPr txBox="1"/>
          <p:nvPr/>
        </p:nvSpPr>
        <p:spPr>
          <a:xfrm>
            <a:off x="583519" y="46304"/>
            <a:ext cx="10374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Variables</a:t>
            </a:r>
          </a:p>
        </p:txBody>
      </p:sp>
      <p:sp>
        <p:nvSpPr>
          <p:cNvPr id="11" name="ZoneTexte 10"/>
          <p:cNvSpPr txBox="1"/>
          <p:nvPr/>
        </p:nvSpPr>
        <p:spPr>
          <a:xfrm>
            <a:off x="3548392" y="23153"/>
            <a:ext cx="1092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Fonctions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1423" y="784968"/>
            <a:ext cx="2556374" cy="448573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2" name="ZoneTexte 1"/>
          <p:cNvSpPr txBox="1"/>
          <p:nvPr/>
        </p:nvSpPr>
        <p:spPr>
          <a:xfrm>
            <a:off x="3548392" y="415636"/>
            <a:ext cx="6276109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 err="1"/>
              <a:t>Metadata</a:t>
            </a:r>
            <a:endParaRPr lang="fr-FR" sz="1200" b="1" dirty="0"/>
          </a:p>
          <a:p>
            <a:r>
              <a:rPr lang="fr-FR" sz="1200" dirty="0"/>
              <a:t>	"</a:t>
            </a:r>
            <a:r>
              <a:rPr lang="fr-FR" sz="1200" dirty="0" err="1"/>
              <a:t>vv_vva</a:t>
            </a:r>
            <a:r>
              <a:rPr lang="fr-FR" sz="1200" dirty="0"/>
              <a:t>" : 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vv_sn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vv_hw</a:t>
            </a:r>
            <a:r>
              <a:rPr lang="fr-FR" sz="1200" dirty="0"/>
              <a:t>" : 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vv_fw</a:t>
            </a:r>
            <a:r>
              <a:rPr lang="fr-FR" sz="1200" dirty="0"/>
              <a:t>" :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calib</a:t>
            </a:r>
            <a:r>
              <a:rPr lang="fr-FR" sz="1200" dirty="0"/>
              <a:t>" :</a:t>
            </a:r>
          </a:p>
          <a:p>
            <a:pPr lvl="2"/>
            <a:r>
              <a:rPr lang="fr-FR" sz="1200" dirty="0"/>
              <a:t>"pilot" : ,</a:t>
            </a:r>
          </a:p>
          <a:p>
            <a:pPr lvl="2"/>
            <a:r>
              <a:rPr lang="fr-FR" sz="1200" dirty="0"/>
              <a:t>"date"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hour</a:t>
            </a:r>
            <a:r>
              <a:rPr lang="fr-FR" sz="1200" dirty="0"/>
              <a:t>" : 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altitude_max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altitude_min</a:t>
            </a:r>
            <a:r>
              <a:rPr lang="fr-FR" sz="1200" dirty="0"/>
              <a:t>" :, 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altitude_start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avg_windspeed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avg_winddir</a:t>
            </a:r>
            <a:r>
              <a:rPr lang="fr-FR" sz="1200" dirty="0"/>
              <a:t>" : </a:t>
            </a:r>
          </a:p>
          <a:p>
            <a:pPr lvl="2"/>
            <a:r>
              <a:rPr lang="fr-FR" sz="1200" dirty="0"/>
              <a:t>"comment" : </a:t>
            </a:r>
          </a:p>
          <a:p>
            <a:r>
              <a:rPr lang="fr-FR" sz="1200" b="1" dirty="0" err="1"/>
              <a:t>raw_data</a:t>
            </a:r>
            <a:endParaRPr lang="fr-FR" sz="1200" b="1" dirty="0"/>
          </a:p>
          <a:p>
            <a:r>
              <a:rPr lang="fr-FR" sz="1200" b="1" dirty="0"/>
              <a:t>	</a:t>
            </a:r>
          </a:p>
          <a:p>
            <a:r>
              <a:rPr lang="fr-FR" sz="1200" b="1" dirty="0" err="1"/>
              <a:t>processed_data</a:t>
            </a:r>
            <a:endParaRPr lang="fr-FR" sz="1200" b="1" dirty="0"/>
          </a:p>
          <a:p>
            <a:r>
              <a:rPr lang="fr-FR" sz="1200" b="1" dirty="0" err="1"/>
              <a:t>file_path</a:t>
            </a:r>
            <a:endParaRPr lang="fr-FR" sz="1200" b="1" dirty="0"/>
          </a:p>
          <a:p>
            <a:r>
              <a:rPr lang="fr-FR" sz="1200" b="1" dirty="0" err="1"/>
              <a:t>file_name</a:t>
            </a:r>
            <a:endParaRPr lang="fr-FR" sz="1200" b="1" dirty="0"/>
          </a:p>
          <a:p>
            <a:r>
              <a:rPr lang="fr-FR" sz="1200" b="1" dirty="0" err="1"/>
              <a:t>origin_file_path</a:t>
            </a:r>
            <a:endParaRPr lang="fr-FR" sz="1200" b="1" dirty="0"/>
          </a:p>
          <a:p>
            <a:r>
              <a:rPr lang="fr-FR" sz="1200" b="1" dirty="0" err="1"/>
              <a:t>is_active</a:t>
            </a:r>
            <a:r>
              <a:rPr lang="fr-FR" sz="1200" b="1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261207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039091" y="803564"/>
            <a:ext cx="2770909" cy="552796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Rectangle 4"/>
          <p:cNvSpPr/>
          <p:nvPr/>
        </p:nvSpPr>
        <p:spPr>
          <a:xfrm>
            <a:off x="4433454" y="803563"/>
            <a:ext cx="2770909" cy="552796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8105197" y="782780"/>
            <a:ext cx="2770909" cy="552796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ZoneTexte 6"/>
          <p:cNvSpPr txBox="1"/>
          <p:nvPr/>
        </p:nvSpPr>
        <p:spPr>
          <a:xfrm>
            <a:off x="2063715" y="157230"/>
            <a:ext cx="7871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IGC+</a:t>
            </a:r>
          </a:p>
          <a:p>
            <a:r>
              <a:rPr lang="fr-FR" dirty="0" err="1"/>
              <a:t>igc</a:t>
            </a:r>
            <a:endParaRPr lang="fr-FR" dirty="0"/>
          </a:p>
        </p:txBody>
      </p:sp>
      <p:sp>
        <p:nvSpPr>
          <p:cNvPr id="8" name="ZoneTexte 7"/>
          <p:cNvSpPr txBox="1"/>
          <p:nvPr/>
        </p:nvSpPr>
        <p:spPr>
          <a:xfrm>
            <a:off x="5334288" y="227778"/>
            <a:ext cx="9692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LOGPRO</a:t>
            </a:r>
          </a:p>
          <a:p>
            <a:r>
              <a:rPr lang="fr-FR" dirty="0"/>
              <a:t>csv</a:t>
            </a:r>
          </a:p>
        </p:txBody>
      </p:sp>
      <p:sp>
        <p:nvSpPr>
          <p:cNvPr id="9" name="ZoneTexte 8"/>
          <p:cNvSpPr txBox="1"/>
          <p:nvPr/>
        </p:nvSpPr>
        <p:spPr>
          <a:xfrm>
            <a:off x="8739652" y="413448"/>
            <a:ext cx="1362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ADDITIONAL</a:t>
            </a:r>
          </a:p>
        </p:txBody>
      </p:sp>
      <p:graphicFrame>
        <p:nvGraphicFramePr>
          <p:cNvPr id="10" name="Tableau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1750398"/>
              </p:ext>
            </p:extLst>
          </p:nvPr>
        </p:nvGraphicFramePr>
        <p:xfrm>
          <a:off x="1111215" y="874109"/>
          <a:ext cx="952500" cy="3870960"/>
        </p:xfrm>
        <a:graphic>
          <a:graphicData uri="http://schemas.openxmlformats.org/drawingml/2006/table">
            <a:tbl>
              <a:tblPr/>
              <a:tblGrid>
                <a:gridCol w="952500">
                  <a:extLst>
                    <a:ext uri="{9D8B030D-6E8A-4147-A177-3AD203B41FA5}">
                      <a16:colId xmlns:a16="http://schemas.microsoft.com/office/drawing/2014/main" val="123390018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Time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2161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Lat</a:t>
                      </a:r>
                      <a:endParaRPr lang="fr-FR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Lon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73428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Alt_GPS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90339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Alt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42324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IAS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29617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26097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WindDir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94928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Netto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40290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32630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AirRH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61002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Gs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86077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compass_Heading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55713635"/>
                  </a:ext>
                </a:extLst>
              </a:tr>
            </a:tbl>
          </a:graphicData>
        </a:graphic>
      </p:graphicFrame>
      <p:graphicFrame>
        <p:nvGraphicFramePr>
          <p:cNvPr id="11" name="Tableau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452228"/>
              </p:ext>
            </p:extLst>
          </p:nvPr>
        </p:nvGraphicFramePr>
        <p:xfrm>
          <a:off x="4572798" y="874109"/>
          <a:ext cx="821745" cy="4752198"/>
        </p:xfrm>
        <a:graphic>
          <a:graphicData uri="http://schemas.openxmlformats.org/drawingml/2006/table">
            <a:tbl>
              <a:tblPr/>
              <a:tblGrid>
                <a:gridCol w="821745">
                  <a:extLst>
                    <a:ext uri="{9D8B030D-6E8A-4147-A177-3AD203B41FA5}">
                      <a16:colId xmlns:a16="http://schemas.microsoft.com/office/drawing/2014/main" val="2977931163"/>
                    </a:ext>
                  </a:extLst>
                </a:gridCol>
              </a:tblGrid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Time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2327899"/>
                  </a:ext>
                </a:extLst>
              </a:tr>
              <a:tr h="316524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Lat</a:t>
                      </a:r>
                      <a:endParaRPr lang="fr-FR" sz="120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Lon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495518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Alt_GPS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853430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7605568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Speed_GPS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9317135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Heading_GPS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9638361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DP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671272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T_sensor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03833665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A0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51934671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A1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9203662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029983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WindDir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979934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0776670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64012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AirRH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593971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Pstat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6682792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Vario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18842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Gs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8734764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Compass_heading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33689694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Pitch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7195800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Roll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6041243"/>
                  </a:ext>
                </a:extLst>
              </a:tr>
            </a:tbl>
          </a:graphicData>
        </a:graphic>
      </p:graphicFrame>
      <p:graphicFrame>
        <p:nvGraphicFramePr>
          <p:cNvPr id="12" name="Tableau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8769552"/>
              </p:ext>
            </p:extLst>
          </p:nvPr>
        </p:nvGraphicFramePr>
        <p:xfrm>
          <a:off x="8186860" y="925944"/>
          <a:ext cx="1200150" cy="2463800"/>
        </p:xfrm>
        <a:graphic>
          <a:graphicData uri="http://schemas.openxmlformats.org/drawingml/2006/table">
            <a:tbl>
              <a:tblPr/>
              <a:tblGrid>
                <a:gridCol w="1200150">
                  <a:extLst>
                    <a:ext uri="{9D8B030D-6E8A-4147-A177-3AD203B41FA5}">
                      <a16:colId xmlns:a16="http://schemas.microsoft.com/office/drawing/2014/main" val="268210852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60804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AirES</a:t>
                      </a:r>
                      <a:endParaRPr lang="fr-FR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70908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AirE</a:t>
                      </a:r>
                      <a:endParaRPr lang="fr-FR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15655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AirW</a:t>
                      </a:r>
                      <a:endParaRPr lang="fr-FR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04018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AirTd</a:t>
                      </a:r>
                      <a:endParaRPr lang="fr-FR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63306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LCL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80922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AirTheta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17925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AirRho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9389034"/>
                  </a:ext>
                </a:extLst>
              </a:tr>
            </a:tbl>
          </a:graphicData>
        </a:graphic>
      </p:graphicFrame>
      <p:graphicFrame>
        <p:nvGraphicFramePr>
          <p:cNvPr id="13" name="Tableau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4047217"/>
              </p:ext>
            </p:extLst>
          </p:nvPr>
        </p:nvGraphicFramePr>
        <p:xfrm>
          <a:off x="9667007" y="925944"/>
          <a:ext cx="1200150" cy="2297316"/>
        </p:xfrm>
        <a:graphic>
          <a:graphicData uri="http://schemas.openxmlformats.org/drawingml/2006/table">
            <a:tbl>
              <a:tblPr/>
              <a:tblGrid>
                <a:gridCol w="1200150">
                  <a:extLst>
                    <a:ext uri="{9D8B030D-6E8A-4147-A177-3AD203B41FA5}">
                      <a16:colId xmlns:a16="http://schemas.microsoft.com/office/drawing/2014/main" val="228237284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673547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23777904"/>
                  </a:ext>
                </a:extLst>
              </a:tr>
              <a:tr h="352728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9321649"/>
                  </a:ext>
                </a:extLst>
              </a:tr>
              <a:tr h="445988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VarioIAS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49176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09425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TAS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7980594"/>
                  </a:ext>
                </a:extLst>
              </a:tr>
            </a:tbl>
          </a:graphicData>
        </a:graphic>
      </p:graphicFrame>
      <p:graphicFrame>
        <p:nvGraphicFramePr>
          <p:cNvPr id="14" name="Tableau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9402466"/>
              </p:ext>
            </p:extLst>
          </p:nvPr>
        </p:nvGraphicFramePr>
        <p:xfrm>
          <a:off x="2135839" y="925944"/>
          <a:ext cx="1046163" cy="990600"/>
        </p:xfrm>
        <a:graphic>
          <a:graphicData uri="http://schemas.openxmlformats.org/drawingml/2006/table">
            <a:tbl>
              <a:tblPr/>
              <a:tblGrid>
                <a:gridCol w="1046163">
                  <a:extLst>
                    <a:ext uri="{9D8B030D-6E8A-4147-A177-3AD203B41FA5}">
                      <a16:colId xmlns:a16="http://schemas.microsoft.com/office/drawing/2014/main" val="5902882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pitch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43367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roll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36082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85430977"/>
                  </a:ext>
                </a:extLst>
              </a:tr>
            </a:tbl>
          </a:graphicData>
        </a:graphic>
      </p:graphicFrame>
      <p:sp>
        <p:nvSpPr>
          <p:cNvPr id="17" name="ZoneTexte 16"/>
          <p:cNvSpPr txBox="1"/>
          <p:nvPr/>
        </p:nvSpPr>
        <p:spPr>
          <a:xfrm>
            <a:off x="6063817" y="5626307"/>
            <a:ext cx="15909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IAS</a:t>
            </a:r>
          </a:p>
        </p:txBody>
      </p:sp>
      <p:sp>
        <p:nvSpPr>
          <p:cNvPr id="19" name="ZoneTexte 18"/>
          <p:cNvSpPr txBox="1"/>
          <p:nvPr/>
        </p:nvSpPr>
        <p:spPr>
          <a:xfrm>
            <a:off x="2297462" y="4928632"/>
            <a:ext cx="159096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PSTAT</a:t>
            </a:r>
            <a:br>
              <a:rPr lang="fr-FR" dirty="0"/>
            </a:br>
            <a:r>
              <a:rPr lang="fr-FR" dirty="0"/>
              <a:t>VARIO</a:t>
            </a:r>
          </a:p>
          <a:p>
            <a:r>
              <a:rPr lang="fr-FR" dirty="0" err="1"/>
              <a:t>Heading</a:t>
            </a:r>
            <a:r>
              <a:rPr lang="fr-FR" dirty="0"/>
              <a:t> </a:t>
            </a:r>
            <a:r>
              <a:rPr lang="fr-FR" dirty="0" err="1"/>
              <a:t>gps</a:t>
            </a:r>
            <a:endParaRPr lang="fr-FR" dirty="0"/>
          </a:p>
          <a:p>
            <a:r>
              <a:rPr lang="fr-FR" dirty="0" err="1"/>
              <a:t>Speed_gps</a:t>
            </a:r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9242279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1357</TotalTime>
  <Words>248</Words>
  <Application>Microsoft Office PowerPoint</Application>
  <PresentationFormat>Grand écran</PresentationFormat>
  <Paragraphs>96</Paragraphs>
  <Slides>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Thème Office</vt:lpstr>
      <vt:lpstr>Présentation PowerPoint</vt:lpstr>
      <vt:lpstr>Présentation PowerPoint</vt:lpstr>
      <vt:lpstr>Présentation PowerPoint</vt:lpstr>
    </vt:vector>
  </TitlesOfParts>
  <Company>HP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Félix Aubourg</dc:creator>
  <cp:lastModifiedBy>Félisme</cp:lastModifiedBy>
  <cp:revision>27</cp:revision>
  <dcterms:created xsi:type="dcterms:W3CDTF">2026-01-17T14:03:15Z</dcterms:created>
  <dcterms:modified xsi:type="dcterms:W3CDTF">2026-03-04T11:21:45Z</dcterms:modified>
</cp:coreProperties>
</file>