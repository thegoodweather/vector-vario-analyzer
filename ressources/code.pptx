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19/03/2026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3894627" cy="4685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 windbarbs_2D" :,</a:t>
            </a:r>
          </a:p>
          <a:p>
            <a:pPr lvl="2"/>
            <a:r>
              <a:rPr lang="fr-FR" sz="1200" dirty="0"/>
              <a:t>"variables_2D" : 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6636775" y="595745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/>
              <a:t>data</a:t>
            </a:r>
            <a:endParaRPr lang="fr-FR" sz="1400" b="1" dirty="0"/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3144</TotalTime>
  <Words>576</Words>
  <Application>Microsoft Office PowerPoint</Application>
  <PresentationFormat>Grand écran</PresentationFormat>
  <Paragraphs>130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36</cp:revision>
  <dcterms:created xsi:type="dcterms:W3CDTF">2026-01-17T14:03:15Z</dcterms:created>
  <dcterms:modified xsi:type="dcterms:W3CDTF">2026-03-20T10:04:52Z</dcterms:modified>
</cp:coreProperties>
</file>