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51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30/01/2026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Select file </a:t>
            </a:r>
            <a:r>
              <a:rPr lang="fr-FR" dirty="0" err="1" smtClean="0"/>
              <a:t>path</a:t>
            </a:r>
            <a:r>
              <a:rPr lang="fr-FR" dirty="0" smtClean="0"/>
              <a:t> and copy to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new 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csv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Variables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Fonctions</a:t>
            </a:r>
            <a:endParaRPr lang="fr-FR" dirty="0"/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inside</a:t>
            </a:r>
            <a:r>
              <a:rPr lang="fr-FR" dirty="0" smtClean="0"/>
              <a:t> flight </a:t>
            </a:r>
            <a:r>
              <a:rPr lang="fr-FR" dirty="0" err="1" smtClean="0"/>
              <a:t>dir</a:t>
            </a:r>
            <a:r>
              <a:rPr lang="fr-FR" dirty="0" smtClean="0"/>
              <a:t> </a:t>
            </a:r>
            <a:endParaRPr lang="fr-FR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&amp; </a:t>
            </a:r>
            <a:r>
              <a:rPr lang="fr-FR" dirty="0" err="1" smtClean="0"/>
              <a:t>Fetch</a:t>
            </a:r>
            <a:r>
              <a:rPr lang="fr-FR" dirty="0" smtClean="0"/>
              <a:t> </a:t>
            </a:r>
            <a:r>
              <a:rPr lang="fr-FR" dirty="0" err="1" smtClean="0"/>
              <a:t>metadata</a:t>
            </a:r>
            <a:r>
              <a:rPr lang="fr-FR" dirty="0" smtClean="0"/>
              <a:t>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files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>
                <a:solidFill>
                  <a:schemeClr val="tx1"/>
                </a:solidFill>
              </a:rPr>
              <a:t>vva_flight_dic</a:t>
            </a:r>
            <a:r>
              <a:rPr lang="fr-FR" dirty="0" smtClean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Filetype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smtClean="0">
                <a:solidFill>
                  <a:schemeClr val="tx1"/>
                </a:solidFill>
              </a:rPr>
              <a:t>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 smtClean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Data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Update table</a:t>
            </a:r>
            <a:endParaRPr lang="fr-FR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Delete</a:t>
            </a:r>
            <a:r>
              <a:rPr lang="fr-FR" dirty="0" smtClean="0"/>
              <a:t> entries</a:t>
            </a:r>
            <a:endParaRPr lang="fr-FR" dirty="0"/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Load</a:t>
            </a:r>
            <a:r>
              <a:rPr lang="fr-FR" dirty="0" smtClean="0"/>
              <a:t> </a:t>
            </a:r>
            <a:r>
              <a:rPr lang="fr-FR" dirty="0" err="1" smtClean="0"/>
              <a:t>flights</a:t>
            </a:r>
            <a:r>
              <a:rPr lang="fr-FR" dirty="0" smtClean="0"/>
              <a:t> for </a:t>
            </a:r>
            <a:r>
              <a:rPr lang="fr-FR" dirty="0" err="1" smtClean="0"/>
              <a:t>analysis</a:t>
            </a:r>
            <a:r>
              <a:rPr lang="fr-FR" dirty="0" smtClean="0"/>
              <a:t>: </a:t>
            </a:r>
            <a:r>
              <a:rPr lang="fr-FR" dirty="0" err="1" smtClean="0"/>
              <a:t>fetch</a:t>
            </a:r>
            <a:r>
              <a:rPr lang="fr-FR" dirty="0" smtClean="0"/>
              <a:t> data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corresponding</a:t>
            </a:r>
            <a:r>
              <a:rPr lang="fr-FR" dirty="0" smtClean="0"/>
              <a:t> csv or </a:t>
            </a:r>
            <a:r>
              <a:rPr lang="fr-FR" dirty="0" err="1" smtClean="0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Variables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Fonctions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548392" y="415636"/>
            <a:ext cx="627610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 smtClean="0"/>
              <a:t>Metadata</a:t>
            </a:r>
            <a:endParaRPr lang="fr-FR" sz="1200" b="1" dirty="0" smtClean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</a:t>
            </a:r>
            <a:r>
              <a:rPr lang="fr-FR" sz="1200" dirty="0" smtClean="0"/>
              <a:t>:,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  <a:endParaRPr lang="fr-FR" sz="1200" dirty="0" smtClean="0"/>
          </a:p>
          <a:p>
            <a:pPr lvl="2"/>
            <a:r>
              <a:rPr lang="fr-FR" sz="1200" dirty="0" smtClean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</a:t>
            </a:r>
            <a:r>
              <a:rPr lang="fr-FR" sz="1200" dirty="0" smtClean="0"/>
              <a:t>: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</a:t>
            </a:r>
            <a:r>
              <a:rPr lang="fr-FR" sz="1200" dirty="0" smtClean="0"/>
              <a:t>:</a:t>
            </a:r>
            <a:endParaRPr lang="fr-FR" sz="1200" dirty="0"/>
          </a:p>
          <a:p>
            <a:pPr lvl="2"/>
            <a:r>
              <a:rPr lang="fr-FR" sz="1200" dirty="0"/>
              <a:t>"pilot" : </a:t>
            </a:r>
            <a:r>
              <a:rPr lang="fr-FR" sz="1200" dirty="0" smtClean="0"/>
              <a:t>,</a:t>
            </a:r>
            <a:endParaRPr lang="fr-FR" sz="1200" dirty="0"/>
          </a:p>
          <a:p>
            <a:pPr lvl="2"/>
            <a:r>
              <a:rPr lang="fr-FR" sz="1200" dirty="0"/>
              <a:t>"date" </a:t>
            </a:r>
            <a:r>
              <a:rPr lang="fr-FR" sz="1200" dirty="0" smtClean="0"/>
              <a:t>:,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</a:t>
            </a:r>
            <a:r>
              <a:rPr lang="fr-FR" sz="1200" dirty="0" smtClean="0"/>
              <a:t>,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</a:t>
            </a:r>
            <a:r>
              <a:rPr lang="fr-FR" sz="1200" dirty="0" smtClean="0"/>
              <a:t>:,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</a:t>
            </a:r>
            <a:r>
              <a:rPr lang="fr-FR" sz="1200" dirty="0" smtClean="0"/>
              <a:t>:, 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</a:t>
            </a:r>
            <a:r>
              <a:rPr lang="fr-FR" sz="1200" dirty="0" smtClean="0"/>
              <a:t>:,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</a:t>
            </a:r>
            <a:r>
              <a:rPr lang="fr-FR" sz="1200" dirty="0" smtClean="0"/>
              <a:t>:,</a:t>
            </a:r>
            <a:endParaRPr lang="fr-FR" sz="1200" dirty="0"/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  <a:endParaRPr lang="fr-FR" sz="1200" dirty="0" smtClean="0"/>
          </a:p>
          <a:p>
            <a:r>
              <a:rPr lang="fr-FR" sz="1200" b="1" dirty="0" err="1" smtClean="0"/>
              <a:t>raw_data</a:t>
            </a:r>
            <a:endParaRPr lang="fr-FR" sz="1200" b="1" dirty="0" smtClean="0"/>
          </a:p>
          <a:p>
            <a:r>
              <a:rPr lang="fr-FR" sz="1200" b="1" dirty="0"/>
              <a:t>	</a:t>
            </a:r>
            <a:endParaRPr lang="fr-FR" sz="1200" b="1" dirty="0" smtClean="0"/>
          </a:p>
          <a:p>
            <a:r>
              <a:rPr lang="fr-FR" sz="1200" b="1" dirty="0" err="1" smtClean="0"/>
              <a:t>processed_data</a:t>
            </a:r>
            <a:endParaRPr lang="fr-FR" sz="1200" b="1" dirty="0" smtClean="0"/>
          </a:p>
          <a:p>
            <a:r>
              <a:rPr lang="fr-FR" sz="1200" b="1" dirty="0" err="1" smtClean="0"/>
              <a:t>file_path</a:t>
            </a:r>
            <a:endParaRPr lang="fr-FR" sz="1200" b="1" dirty="0"/>
          </a:p>
          <a:p>
            <a:r>
              <a:rPr lang="fr-FR" sz="1200" b="1" dirty="0" err="1" smtClean="0"/>
              <a:t>file_name</a:t>
            </a:r>
            <a:endParaRPr lang="fr-FR" sz="1200" b="1" dirty="0" smtClean="0"/>
          </a:p>
          <a:p>
            <a:r>
              <a:rPr lang="fr-FR" sz="1200" b="1" dirty="0" err="1" smtClean="0"/>
              <a:t>origin_file_path</a:t>
            </a:r>
            <a:endParaRPr lang="fr-FR" sz="1200" b="1" dirty="0" smtClean="0"/>
          </a:p>
          <a:p>
            <a:r>
              <a:rPr lang="fr-FR" sz="1200" b="1" dirty="0" err="1" smtClean="0"/>
              <a:t>is_active</a:t>
            </a:r>
            <a:r>
              <a:rPr lang="fr-FR" sz="1200" b="1" dirty="0" smtClean="0"/>
              <a:t> </a:t>
            </a:r>
            <a:endParaRPr lang="fr-FR" sz="1200" b="1" dirty="0"/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IGC+</a:t>
            </a:r>
          </a:p>
          <a:p>
            <a:r>
              <a:rPr lang="fr-FR" dirty="0" err="1" smtClean="0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LOGPRO</a:t>
            </a:r>
          </a:p>
          <a:p>
            <a:r>
              <a:rPr lang="fr-FR" dirty="0" smtClean="0"/>
              <a:t>csv</a:t>
            </a:r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ADDITIONAL</a:t>
            </a:r>
            <a:endParaRPr lang="fr-FR" dirty="0"/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52228"/>
              </p:ext>
            </p:extLst>
          </p:nvPr>
        </p:nvGraphicFramePr>
        <p:xfrm>
          <a:off x="4572798" y="874109"/>
          <a:ext cx="821745" cy="4752198"/>
        </p:xfrm>
        <a:graphic>
          <a:graphicData uri="http://schemas.openxmlformats.org/drawingml/2006/table">
            <a:tbl>
              <a:tblPr/>
              <a:tblGrid>
                <a:gridCol w="821745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6063817" y="5626307"/>
            <a:ext cx="1590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IAS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2297462" y="4928632"/>
            <a:ext cx="15909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PSTAT</a:t>
            </a:r>
            <a:br>
              <a:rPr lang="fr-FR" dirty="0" smtClean="0"/>
            </a:br>
            <a:r>
              <a:rPr lang="fr-FR" dirty="0" smtClean="0"/>
              <a:t>VARIO</a:t>
            </a:r>
          </a:p>
          <a:p>
            <a:r>
              <a:rPr lang="fr-FR" dirty="0" err="1" smtClean="0"/>
              <a:t>Heading</a:t>
            </a:r>
            <a:r>
              <a:rPr lang="fr-FR" dirty="0" smtClean="0"/>
              <a:t> </a:t>
            </a:r>
            <a:r>
              <a:rPr lang="fr-FR" dirty="0" err="1" smtClean="0"/>
              <a:t>gps</a:t>
            </a:r>
            <a:endParaRPr lang="fr-FR" dirty="0" smtClean="0"/>
          </a:p>
          <a:p>
            <a:r>
              <a:rPr lang="fr-FR" dirty="0" err="1" smtClean="0"/>
              <a:t>Speed_gps</a:t>
            </a:r>
            <a:endParaRPr lang="fr-FR" dirty="0" smtClean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1271</TotalTime>
  <Words>196</Words>
  <Application>Microsoft Office PowerPoint</Application>
  <PresentationFormat>Grand écran</PresentationFormat>
  <Paragraphs>96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Félix Aubourg</cp:lastModifiedBy>
  <cp:revision>27</cp:revision>
  <dcterms:created xsi:type="dcterms:W3CDTF">2026-01-17T14:03:15Z</dcterms:created>
  <dcterms:modified xsi:type="dcterms:W3CDTF">2026-01-30T06:44:28Z</dcterms:modified>
</cp:coreProperties>
</file>