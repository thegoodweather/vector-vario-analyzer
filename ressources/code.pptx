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30/04/2026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81395"/>
            <a:ext cx="5330137" cy="7455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r>
              <a:rPr lang="fr-FR" sz="1200" dirty="0"/>
              <a:t>« alias" :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 err="1"/>
              <a:t>is_flight_selected</a:t>
            </a:r>
            <a:endParaRPr lang="fr-FR" sz="1200" b="1" dirty="0"/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</a:t>
            </a:r>
          </a:p>
          <a:p>
            <a:pPr lvl="2"/>
            <a:r>
              <a:rPr lang="fr-FR" sz="1200" dirty="0"/>
              <a:t>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scatter_vxvz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scatter_map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scatter_emagram</a:t>
            </a:r>
            <a:r>
              <a:rPr lang="fr-FR" sz="1200" dirty="0"/>
              <a:t> » : [</a:t>
            </a:r>
            <a:r>
              <a:rPr lang="fr-FR" sz="1200" dirty="0" err="1"/>
              <a:t>scatter</a:t>
            </a:r>
            <a:r>
              <a:rPr lang="fr-FR" sz="1200" dirty="0"/>
              <a:t> t dry , </a:t>
            </a:r>
            <a:r>
              <a:rPr lang="fr-FR" sz="1200" dirty="0" err="1"/>
              <a:t>scatter</a:t>
            </a:r>
            <a:r>
              <a:rPr lang="fr-FR" sz="1200" dirty="0"/>
              <a:t> t </a:t>
            </a:r>
            <a:r>
              <a:rPr lang="fr-FR" sz="1200" dirty="0" err="1"/>
              <a:t>moist</a:t>
            </a:r>
            <a:r>
              <a:rPr lang="fr-FR" sz="1200" dirty="0"/>
              <a:t> ] (liste)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text_map_start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text_map_end</a:t>
            </a:r>
            <a:r>
              <a:rPr lang="fr-FR" sz="1200" dirty="0"/>
              <a:t>»_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highlight_point_map</a:t>
            </a:r>
            <a:r>
              <a:rPr lang="fr-FR" sz="1200" dirty="0"/>
              <a:t>»</a:t>
            </a:r>
          </a:p>
          <a:p>
            <a:pPr lvl="2"/>
            <a:r>
              <a:rPr lang="fr-FR" sz="1200" dirty="0"/>
              <a:t>« crosshair_v_time_1»</a:t>
            </a:r>
          </a:p>
          <a:p>
            <a:pPr lvl="2"/>
            <a:r>
              <a:rPr lang="fr-FR" sz="1200" dirty="0"/>
              <a:t>« crosshair_h_time_2»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10214</TotalTime>
  <Words>704</Words>
  <Application>Microsoft Office PowerPoint</Application>
  <PresentationFormat>Grand écran</PresentationFormat>
  <Paragraphs>145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51</cp:revision>
  <dcterms:created xsi:type="dcterms:W3CDTF">2026-01-17T14:03:15Z</dcterms:created>
  <dcterms:modified xsi:type="dcterms:W3CDTF">2026-04-30T14:34:52Z</dcterms:modified>
</cp:coreProperties>
</file>