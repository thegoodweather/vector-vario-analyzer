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Select file </a:t>
            </a:r>
            <a:r>
              <a:rPr lang="fr-FR" dirty="0" err="1"/>
              <a:t>path</a:t>
            </a:r>
            <a:r>
              <a:rPr lang="fr-FR" dirty="0"/>
              <a:t> and copy to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new 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csv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flight </a:t>
            </a:r>
            <a:r>
              <a:rPr lang="fr-FR" dirty="0" err="1"/>
              <a:t>dir</a:t>
            </a:r>
            <a:r>
              <a:rPr lang="fr-FR" dirty="0"/>
              <a:t> </a:t>
            </a:r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&amp; </a:t>
            </a:r>
            <a:r>
              <a:rPr lang="fr-FR" dirty="0" err="1"/>
              <a:t>Fetch</a:t>
            </a:r>
            <a:r>
              <a:rPr lang="fr-FR" dirty="0"/>
              <a:t> </a:t>
            </a:r>
            <a:r>
              <a:rPr lang="fr-FR" dirty="0" err="1"/>
              <a:t>metadata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vva_flight_dic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Filetype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Data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Update table</a:t>
            </a:r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Delete</a:t>
            </a:r>
            <a:r>
              <a:rPr lang="fr-FR" dirty="0"/>
              <a:t> entries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flights</a:t>
            </a:r>
            <a:r>
              <a:rPr lang="fr-FR" dirty="0"/>
              <a:t> for </a:t>
            </a:r>
            <a:r>
              <a:rPr lang="fr-FR" dirty="0" err="1"/>
              <a:t>analysis</a:t>
            </a:r>
            <a:r>
              <a:rPr lang="fr-FR" dirty="0"/>
              <a:t>: </a:t>
            </a:r>
            <a:r>
              <a:rPr lang="fr-FR" dirty="0" err="1"/>
              <a:t>fetch</a:t>
            </a:r>
            <a:r>
              <a:rPr lang="fr-FR" dirty="0"/>
              <a:t> data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csv or </a:t>
            </a:r>
            <a:r>
              <a:rPr lang="fr-FR" dirty="0" err="1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469734" y="595745"/>
            <a:ext cx="3894627" cy="39472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Metadata</a:t>
            </a:r>
            <a:endParaRPr lang="fr-FR" sz="1200" b="1" dirty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"pilot" : ,</a:t>
            </a:r>
          </a:p>
          <a:p>
            <a:pPr lvl="2"/>
            <a:r>
              <a:rPr lang="fr-FR" sz="1200" dirty="0"/>
              <a:t>"date"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:,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</a:p>
          <a:p>
            <a:endParaRPr lang="fr-FR" sz="1050" dirty="0"/>
          </a:p>
          <a:p>
            <a:r>
              <a:rPr lang="fr-FR" sz="1200" b="1" dirty="0"/>
              <a:t>	</a:t>
            </a:r>
          </a:p>
          <a:p>
            <a:r>
              <a:rPr lang="fr-FR" sz="1200" b="1" dirty="0" err="1"/>
              <a:t>file_path</a:t>
            </a:r>
            <a:endParaRPr lang="fr-FR" sz="1200" b="1" dirty="0"/>
          </a:p>
          <a:p>
            <a:r>
              <a:rPr lang="fr-FR" sz="1200" b="1" dirty="0" err="1"/>
              <a:t>file_name</a:t>
            </a:r>
            <a:endParaRPr lang="fr-FR" sz="1200" b="1" dirty="0"/>
          </a:p>
          <a:p>
            <a:r>
              <a:rPr lang="fr-FR" sz="1200" b="1" dirty="0" err="1"/>
              <a:t>origin_file_path</a:t>
            </a:r>
            <a:endParaRPr lang="fr-FR" sz="1200" b="1" dirty="0"/>
          </a:p>
          <a:p>
            <a:r>
              <a:rPr lang="fr-FR" sz="1200" b="1" dirty="0" err="1"/>
              <a:t>is_data_processed</a:t>
            </a:r>
            <a:r>
              <a:rPr lang="fr-FR" sz="1200" b="1" dirty="0"/>
              <a:t>  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3D92BFA-7DD1-7524-619E-0D30E94BC3A0}"/>
              </a:ext>
            </a:extLst>
          </p:cNvPr>
          <p:cNvSpPr txBox="1"/>
          <p:nvPr/>
        </p:nvSpPr>
        <p:spPr>
          <a:xfrm>
            <a:off x="6636775" y="595745"/>
            <a:ext cx="2904962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/>
              <a:t>data</a:t>
            </a:r>
            <a:endParaRPr lang="fr-FR" sz="1400" b="1" dirty="0"/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GNSS_time</a:t>
            </a:r>
            <a:r>
              <a:rPr lang="fr-FR" sz="1100" dirty="0"/>
              <a:t>"][i]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GNSS_lon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GNSS_speed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QNS_alt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compass_head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flight["data"]["pitch"][i],</a:t>
            </a:r>
          </a:p>
          <a:p>
            <a:r>
              <a:rPr lang="fr-FR" sz="1100" dirty="0"/>
              <a:t>                        flight["data"]["roll"][i],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G_force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flight["data"]["DP"][i],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T_sensor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P_stat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air_RH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wind_origin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wind_vel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netto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flight["data"]["IAS"][i],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AirW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flight["data"]["LCL"][i],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AirTheta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AirRho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VarioIAS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flight["data"]["TAS"][i],</a:t>
            </a:r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IGC+</a:t>
            </a:r>
          </a:p>
          <a:p>
            <a:r>
              <a:rPr lang="fr-FR" dirty="0" err="1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LOGPRO</a:t>
            </a:r>
          </a:p>
          <a:p>
            <a:r>
              <a:rPr lang="fr-FR" dirty="0"/>
              <a:t>csv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ADDITIONAL</a:t>
            </a:r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915352"/>
              </p:ext>
            </p:extLst>
          </p:nvPr>
        </p:nvGraphicFramePr>
        <p:xfrm>
          <a:off x="4591665" y="874109"/>
          <a:ext cx="802878" cy="4752198"/>
        </p:xfrm>
        <a:graphic>
          <a:graphicData uri="http://schemas.openxmlformats.org/drawingml/2006/table">
            <a:tbl>
              <a:tblPr/>
              <a:tblGrid>
                <a:gridCol w="802878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5470997" y="5321507"/>
            <a:ext cx="232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IAS</a:t>
            </a:r>
            <a:br>
              <a:rPr lang="fr-FR" dirty="0"/>
            </a:br>
            <a:r>
              <a:rPr lang="fr-FR" dirty="0"/>
              <a:t>Netto -&gt; </a:t>
            </a:r>
            <a:r>
              <a:rPr lang="fr-FR" sz="1200" dirty="0">
                <a:solidFill>
                  <a:srgbClr val="FF0000"/>
                </a:solidFill>
              </a:rPr>
              <a:t>Nan</a:t>
            </a:r>
          </a:p>
          <a:p>
            <a:r>
              <a:rPr lang="fr-FR" dirty="0"/>
              <a:t>Alt -&gt; Nan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2291161" y="4023111"/>
            <a:ext cx="159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PSTAT</a:t>
            </a:r>
            <a:br>
              <a:rPr lang="fr-FR" dirty="0"/>
            </a:br>
            <a:r>
              <a:rPr lang="fr-FR" dirty="0"/>
              <a:t>VARIO</a:t>
            </a:r>
          </a:p>
          <a:p>
            <a:r>
              <a:rPr lang="fr-FR" dirty="0" err="1"/>
              <a:t>Heading</a:t>
            </a:r>
            <a:r>
              <a:rPr lang="fr-FR" dirty="0"/>
              <a:t> </a:t>
            </a:r>
            <a:r>
              <a:rPr lang="fr-FR" dirty="0" err="1"/>
              <a:t>gps</a:t>
            </a:r>
            <a:endParaRPr lang="fr-FR" dirty="0"/>
          </a:p>
          <a:p>
            <a:r>
              <a:rPr lang="fr-FR" dirty="0" err="1"/>
              <a:t>Speed_gps</a:t>
            </a:r>
            <a:br>
              <a:rPr lang="fr-FR" dirty="0"/>
            </a:br>
            <a:br>
              <a:rPr lang="fr-FR" dirty="0"/>
            </a:br>
            <a:endParaRPr lang="fr-FR" dirty="0"/>
          </a:p>
          <a:p>
            <a:r>
              <a:rPr lang="fr-FR" dirty="0"/>
              <a:t>DP Nan</a:t>
            </a:r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1763</TotalTime>
  <Words>554</Words>
  <Application>Microsoft Office PowerPoint</Application>
  <PresentationFormat>Grand écran</PresentationFormat>
  <Paragraphs>126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Félisme</cp:lastModifiedBy>
  <cp:revision>35</cp:revision>
  <dcterms:created xsi:type="dcterms:W3CDTF">2026-01-17T14:03:15Z</dcterms:created>
  <dcterms:modified xsi:type="dcterms:W3CDTF">2026-03-13T16:55:36Z</dcterms:modified>
</cp:coreProperties>
</file>